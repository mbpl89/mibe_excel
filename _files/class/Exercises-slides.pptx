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vml" ContentType="application/vnd.openxmlformats-officedocument.vmlDrawing"/>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5.xml" ContentType="application/vnd.openxmlformats-officedocument.presentationml.notesSlide+xml"/>
  <Override PartName="/ppt/charts/chart2.xml" ContentType="application/vnd.openxmlformats-officedocument.drawingml.chart+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7" r:id="rId2"/>
    <p:sldId id="571" r:id="rId3"/>
    <p:sldId id="779" r:id="rId4"/>
    <p:sldId id="781" r:id="rId5"/>
    <p:sldId id="782" r:id="rId6"/>
    <p:sldId id="786" r:id="rId7"/>
    <p:sldId id="780" r:id="rId8"/>
    <p:sldId id="788" r:id="rId9"/>
    <p:sldId id="787" r:id="rId10"/>
    <p:sldId id="794" r:id="rId11"/>
    <p:sldId id="800" r:id="rId12"/>
    <p:sldId id="799" r:id="rId13"/>
  </p:sldIdLst>
  <p:sldSz cx="12192000" cy="6858000"/>
  <p:notesSz cx="7315200" cy="96012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EAEAE"/>
    <a:srgbClr val="9BBB59"/>
    <a:srgbClr val="AD284C"/>
    <a:srgbClr val="1F497D"/>
    <a:srgbClr val="7F7F7F"/>
    <a:srgbClr val="477CBA"/>
    <a:srgbClr val="BE4B48"/>
    <a:srgbClr val="59172A"/>
    <a:srgbClr val="44546A"/>
    <a:srgbClr val="BFBFB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0C84F41-9E8F-481A-8B08-54A45EF90BE3}" v="489" dt="2019-10-07T14:37:29.678"/>
  </p1510:revLst>
</p1510:revInfo>
</file>

<file path=ppt/tableStyles.xml><?xml version="1.0" encoding="utf-8"?>
<a:tblStyleLst xmlns:a="http://schemas.openxmlformats.org/drawingml/2006/main" def="{5C22544A-7EE6-4342-B048-85BDC9FD1C3A}">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204" autoAdjust="0"/>
    <p:restoredTop sz="91960" autoAdjust="0"/>
  </p:normalViewPr>
  <p:slideViewPr>
    <p:cSldViewPr snapToGrid="0">
      <p:cViewPr varScale="1">
        <p:scale>
          <a:sx n="74" d="100"/>
          <a:sy n="74" d="100"/>
        </p:scale>
        <p:origin x="955" y="110"/>
      </p:cViewPr>
      <p:guideLst/>
    </p:cSldViewPr>
  </p:slideViewPr>
  <p:notesTextViewPr>
    <p:cViewPr>
      <p:scale>
        <a:sx n="66" d="100"/>
        <a:sy n="66"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cin Bartosiak" userId="d01ed0f4ecfdbb64" providerId="LiveId" clId="{469E585D-6CFC-4A02-8C67-A45CCD0F5313}"/>
    <pc:docChg chg="undo custSel addSld delSld modSld sldOrd">
      <pc:chgData name="Marcin Bartosiak" userId="d01ed0f4ecfdbb64" providerId="LiveId" clId="{469E585D-6CFC-4A02-8C67-A45CCD0F5313}" dt="2019-09-30T21:01:40.835" v="3464"/>
      <pc:docMkLst>
        <pc:docMk/>
      </pc:docMkLst>
      <pc:sldChg chg="modSp add del ord">
        <pc:chgData name="Marcin Bartosiak" userId="d01ed0f4ecfdbb64" providerId="LiveId" clId="{469E585D-6CFC-4A02-8C67-A45CCD0F5313}" dt="2019-09-18T09:28:15.277" v="508" actId="20577"/>
        <pc:sldMkLst>
          <pc:docMk/>
          <pc:sldMk cId="1283296598" sldId="256"/>
        </pc:sldMkLst>
        <pc:spChg chg="mod">
          <ac:chgData name="Marcin Bartosiak" userId="d01ed0f4ecfdbb64" providerId="LiveId" clId="{469E585D-6CFC-4A02-8C67-A45CCD0F5313}" dt="2019-09-18T09:28:15.277" v="508" actId="20577"/>
          <ac:spMkLst>
            <pc:docMk/>
            <pc:sldMk cId="1283296598" sldId="256"/>
            <ac:spMk id="3" creationId="{51D3F9BC-DE5C-4089-9AB2-8C0566674BCD}"/>
          </ac:spMkLst>
        </pc:spChg>
      </pc:sldChg>
      <pc:sldChg chg="modSp modNotesTx">
        <pc:chgData name="Marcin Bartosiak" userId="d01ed0f4ecfdbb64" providerId="LiveId" clId="{469E585D-6CFC-4A02-8C67-A45CCD0F5313}" dt="2019-09-18T08:12:32.406" v="371" actId="20577"/>
        <pc:sldMkLst>
          <pc:docMk/>
          <pc:sldMk cId="3708793475" sldId="259"/>
        </pc:sldMkLst>
        <pc:spChg chg="mod">
          <ac:chgData name="Marcin Bartosiak" userId="d01ed0f4ecfdbb64" providerId="LiveId" clId="{469E585D-6CFC-4A02-8C67-A45CCD0F5313}" dt="2019-09-18T08:12:32.406" v="371" actId="20577"/>
          <ac:spMkLst>
            <pc:docMk/>
            <pc:sldMk cId="3708793475" sldId="259"/>
            <ac:spMk id="2" creationId="{668614E7-EED8-42D1-AA65-CE1ACBEB9A54}"/>
          </ac:spMkLst>
        </pc:spChg>
        <pc:spChg chg="mod">
          <ac:chgData name="Marcin Bartosiak" userId="d01ed0f4ecfdbb64" providerId="LiveId" clId="{469E585D-6CFC-4A02-8C67-A45CCD0F5313}" dt="2019-08-23T18:13:04.911" v="79" actId="20577"/>
          <ac:spMkLst>
            <pc:docMk/>
            <pc:sldMk cId="3708793475" sldId="259"/>
            <ac:spMk id="3" creationId="{038A99B9-8546-432D-ACBD-F2E2392FD896}"/>
          </ac:spMkLst>
        </pc:spChg>
      </pc:sldChg>
      <pc:sldChg chg="modSp">
        <pc:chgData name="Marcin Bartosiak" userId="d01ed0f4ecfdbb64" providerId="LiveId" clId="{469E585D-6CFC-4A02-8C67-A45CCD0F5313}" dt="2019-09-18T09:18:16.755" v="419" actId="20577"/>
        <pc:sldMkLst>
          <pc:docMk/>
          <pc:sldMk cId="932630949" sldId="260"/>
        </pc:sldMkLst>
        <pc:spChg chg="mod">
          <ac:chgData name="Marcin Bartosiak" userId="d01ed0f4ecfdbb64" providerId="LiveId" clId="{469E585D-6CFC-4A02-8C67-A45CCD0F5313}" dt="2019-09-18T09:18:16.755" v="419" actId="20577"/>
          <ac:spMkLst>
            <pc:docMk/>
            <pc:sldMk cId="932630949" sldId="260"/>
            <ac:spMk id="9" creationId="{CB66BB81-4A97-45E8-9BED-6AE071964A45}"/>
          </ac:spMkLst>
        </pc:spChg>
      </pc:sldChg>
      <pc:sldChg chg="addSp delSp modSp modAnim modNotesTx">
        <pc:chgData name="Marcin Bartosiak" userId="d01ed0f4ecfdbb64" providerId="LiveId" clId="{469E585D-6CFC-4A02-8C67-A45CCD0F5313}" dt="2019-09-27T11:19:30.128" v="2548"/>
        <pc:sldMkLst>
          <pc:docMk/>
          <pc:sldMk cId="3656134754" sldId="261"/>
        </pc:sldMkLst>
        <pc:spChg chg="mod">
          <ac:chgData name="Marcin Bartosiak" userId="d01ed0f4ecfdbb64" providerId="LiveId" clId="{469E585D-6CFC-4A02-8C67-A45CCD0F5313}" dt="2019-09-18T09:39:30.747" v="567" actId="20577"/>
          <ac:spMkLst>
            <pc:docMk/>
            <pc:sldMk cId="3656134754" sldId="261"/>
            <ac:spMk id="3" creationId="{1E8E0E66-2C44-4A85-9F0A-289B497F7D39}"/>
          </ac:spMkLst>
        </pc:spChg>
        <pc:spChg chg="del mod">
          <ac:chgData name="Marcin Bartosiak" userId="d01ed0f4ecfdbb64" providerId="LiveId" clId="{469E585D-6CFC-4A02-8C67-A45CCD0F5313}" dt="2019-09-18T09:39:34.157" v="568" actId="478"/>
          <ac:spMkLst>
            <pc:docMk/>
            <pc:sldMk cId="3656134754" sldId="261"/>
            <ac:spMk id="4" creationId="{C9107FEB-35B0-4337-9E69-B7C3197AEBFC}"/>
          </ac:spMkLst>
        </pc:spChg>
        <pc:spChg chg="add mod">
          <ac:chgData name="Marcin Bartosiak" userId="d01ed0f4ecfdbb64" providerId="LiveId" clId="{469E585D-6CFC-4A02-8C67-A45CCD0F5313}" dt="2019-09-27T11:19:30.128" v="2548"/>
          <ac:spMkLst>
            <pc:docMk/>
            <pc:sldMk cId="3656134754" sldId="261"/>
            <ac:spMk id="5" creationId="{503B8290-C63A-450D-AAFE-74B6325B2EC3}"/>
          </ac:spMkLst>
        </pc:spChg>
        <pc:spChg chg="add mod">
          <ac:chgData name="Marcin Bartosiak" userId="d01ed0f4ecfdbb64" providerId="LiveId" clId="{469E585D-6CFC-4A02-8C67-A45CCD0F5313}" dt="2019-09-18T09:45:29.741" v="667" actId="1076"/>
          <ac:spMkLst>
            <pc:docMk/>
            <pc:sldMk cId="3656134754" sldId="261"/>
            <ac:spMk id="6" creationId="{71DB6225-F3D2-48BB-A596-89DE1A70F728}"/>
          </ac:spMkLst>
        </pc:spChg>
        <pc:spChg chg="add mod">
          <ac:chgData name="Marcin Bartosiak" userId="d01ed0f4ecfdbb64" providerId="LiveId" clId="{469E585D-6CFC-4A02-8C67-A45CCD0F5313}" dt="2019-09-18T09:56:48.158" v="888" actId="1076"/>
          <ac:spMkLst>
            <pc:docMk/>
            <pc:sldMk cId="3656134754" sldId="261"/>
            <ac:spMk id="7" creationId="{E101A454-D46F-4B0B-893E-1C48E1F09F5C}"/>
          </ac:spMkLst>
        </pc:spChg>
        <pc:spChg chg="add mod">
          <ac:chgData name="Marcin Bartosiak" userId="d01ed0f4ecfdbb64" providerId="LiveId" clId="{469E585D-6CFC-4A02-8C67-A45CCD0F5313}" dt="2019-09-18T09:56:53.334" v="889" actId="1076"/>
          <ac:spMkLst>
            <pc:docMk/>
            <pc:sldMk cId="3656134754" sldId="261"/>
            <ac:spMk id="8" creationId="{3375548A-6491-450F-8C68-4609BC5FF0C7}"/>
          </ac:spMkLst>
        </pc:spChg>
        <pc:picChg chg="del mod">
          <ac:chgData name="Marcin Bartosiak" userId="d01ed0f4ecfdbb64" providerId="LiveId" clId="{469E585D-6CFC-4A02-8C67-A45CCD0F5313}" dt="2019-09-18T09:39:23.861" v="555" actId="478"/>
          <ac:picMkLst>
            <pc:docMk/>
            <pc:sldMk cId="3656134754" sldId="261"/>
            <ac:picMk id="2" creationId="{17D56ECB-5BEB-4910-93E6-74024700F0B9}"/>
          </ac:picMkLst>
        </pc:picChg>
      </pc:sldChg>
      <pc:sldChg chg="addSp delSp modSp modAnim">
        <pc:chgData name="Marcin Bartosiak" userId="d01ed0f4ecfdbb64" providerId="LiveId" clId="{469E585D-6CFC-4A02-8C67-A45CCD0F5313}" dt="2019-09-26T12:51:37.056" v="2197"/>
        <pc:sldMkLst>
          <pc:docMk/>
          <pc:sldMk cId="4219187844" sldId="262"/>
        </pc:sldMkLst>
        <pc:spChg chg="add mod">
          <ac:chgData name="Marcin Bartosiak" userId="d01ed0f4ecfdbb64" providerId="LiveId" clId="{469E585D-6CFC-4A02-8C67-A45CCD0F5313}" dt="2019-09-26T12:51:21.462" v="2194" actId="14100"/>
          <ac:spMkLst>
            <pc:docMk/>
            <pc:sldMk cId="4219187844" sldId="262"/>
            <ac:spMk id="2" creationId="{20118618-9B58-4039-A13F-CDE2D5DDF2F3}"/>
          </ac:spMkLst>
        </pc:spChg>
        <pc:spChg chg="del">
          <ac:chgData name="Marcin Bartosiak" userId="d01ed0f4ecfdbb64" providerId="LiveId" clId="{469E585D-6CFC-4A02-8C67-A45CCD0F5313}" dt="2019-09-18T10:36:42.422" v="1457" actId="478"/>
          <ac:spMkLst>
            <pc:docMk/>
            <pc:sldMk cId="4219187844" sldId="262"/>
            <ac:spMk id="2" creationId="{A98733AF-A8E3-456D-BA40-CCE3A048D362}"/>
          </ac:spMkLst>
        </pc:spChg>
        <pc:spChg chg="del">
          <ac:chgData name="Marcin Bartosiak" userId="d01ed0f4ecfdbb64" providerId="LiveId" clId="{469E585D-6CFC-4A02-8C67-A45CCD0F5313}" dt="2019-09-18T10:36:47.672" v="1459" actId="478"/>
          <ac:spMkLst>
            <pc:docMk/>
            <pc:sldMk cId="4219187844" sldId="262"/>
            <ac:spMk id="4" creationId="{7C8CBEBE-AE3C-4E86-9868-B28A4B6B811A}"/>
          </ac:spMkLst>
        </pc:spChg>
        <pc:spChg chg="del">
          <ac:chgData name="Marcin Bartosiak" userId="d01ed0f4ecfdbb64" providerId="LiveId" clId="{469E585D-6CFC-4A02-8C67-A45CCD0F5313}" dt="2019-09-18T10:36:56.663" v="1462" actId="478"/>
          <ac:spMkLst>
            <pc:docMk/>
            <pc:sldMk cId="4219187844" sldId="262"/>
            <ac:spMk id="5" creationId="{E75E3F0A-3B20-4763-80AE-EA34CE8F4F22}"/>
          </ac:spMkLst>
        </pc:spChg>
        <pc:spChg chg="del">
          <ac:chgData name="Marcin Bartosiak" userId="d01ed0f4ecfdbb64" providerId="LiveId" clId="{469E585D-6CFC-4A02-8C67-A45CCD0F5313}" dt="2019-09-18T10:36:54.058" v="1461" actId="478"/>
          <ac:spMkLst>
            <pc:docMk/>
            <pc:sldMk cId="4219187844" sldId="262"/>
            <ac:spMk id="6" creationId="{722B334C-6262-4B9F-B881-D38849C24720}"/>
          </ac:spMkLst>
        </pc:spChg>
        <pc:spChg chg="add del mod">
          <ac:chgData name="Marcin Bartosiak" userId="d01ed0f4ecfdbb64" providerId="LiveId" clId="{469E585D-6CFC-4A02-8C67-A45CCD0F5313}" dt="2019-09-18T10:36:44.498" v="1458" actId="478"/>
          <ac:spMkLst>
            <pc:docMk/>
            <pc:sldMk cId="4219187844" sldId="262"/>
            <ac:spMk id="7" creationId="{C2FAC4A4-56A9-4CED-A857-299BD0110625}"/>
          </ac:spMkLst>
        </pc:spChg>
        <pc:spChg chg="add del mod">
          <ac:chgData name="Marcin Bartosiak" userId="d01ed0f4ecfdbb64" providerId="LiveId" clId="{469E585D-6CFC-4A02-8C67-A45CCD0F5313}" dt="2019-09-18T10:36:50.691" v="1460" actId="478"/>
          <ac:spMkLst>
            <pc:docMk/>
            <pc:sldMk cId="4219187844" sldId="262"/>
            <ac:spMk id="9" creationId="{2C8B7968-9453-414A-9683-C4B1952E46E3}"/>
          </ac:spMkLst>
        </pc:spChg>
        <pc:spChg chg="add mod">
          <ac:chgData name="Marcin Bartosiak" userId="d01ed0f4ecfdbb64" providerId="LiveId" clId="{469E585D-6CFC-4A02-8C67-A45CCD0F5313}" dt="2019-09-18T10:43:21.930" v="1510" actId="207"/>
          <ac:spMkLst>
            <pc:docMk/>
            <pc:sldMk cId="4219187844" sldId="262"/>
            <ac:spMk id="10" creationId="{52EFA626-0F81-45A1-820D-D197D6463613}"/>
          </ac:spMkLst>
        </pc:spChg>
        <pc:spChg chg="add mod">
          <ac:chgData name="Marcin Bartosiak" userId="d01ed0f4ecfdbb64" providerId="LiveId" clId="{469E585D-6CFC-4A02-8C67-A45CCD0F5313}" dt="2019-09-18T10:42:58.596" v="1506" actId="207"/>
          <ac:spMkLst>
            <pc:docMk/>
            <pc:sldMk cId="4219187844" sldId="262"/>
            <ac:spMk id="12" creationId="{89133382-AD3D-4C0E-85D6-6B06F3F8F227}"/>
          </ac:spMkLst>
        </pc:spChg>
        <pc:spChg chg="add mod">
          <ac:chgData name="Marcin Bartosiak" userId="d01ed0f4ecfdbb64" providerId="LiveId" clId="{469E585D-6CFC-4A02-8C67-A45CCD0F5313}" dt="2019-09-18T10:42:58.596" v="1506" actId="207"/>
          <ac:spMkLst>
            <pc:docMk/>
            <pc:sldMk cId="4219187844" sldId="262"/>
            <ac:spMk id="13" creationId="{943ECFDE-2C86-44BD-AFC6-F932B008FE1B}"/>
          </ac:spMkLst>
        </pc:spChg>
        <pc:spChg chg="add mod">
          <ac:chgData name="Marcin Bartosiak" userId="d01ed0f4ecfdbb64" providerId="LiveId" clId="{469E585D-6CFC-4A02-8C67-A45CCD0F5313}" dt="2019-09-18T10:42:58.596" v="1506" actId="207"/>
          <ac:spMkLst>
            <pc:docMk/>
            <pc:sldMk cId="4219187844" sldId="262"/>
            <ac:spMk id="14" creationId="{B37BE8D9-265D-4792-AE8B-0C6BEEDCAB6E}"/>
          </ac:spMkLst>
        </pc:spChg>
        <pc:spChg chg="add mod">
          <ac:chgData name="Marcin Bartosiak" userId="d01ed0f4ecfdbb64" providerId="LiveId" clId="{469E585D-6CFC-4A02-8C67-A45CCD0F5313}" dt="2019-09-18T10:42:58.596" v="1506" actId="207"/>
          <ac:spMkLst>
            <pc:docMk/>
            <pc:sldMk cId="4219187844" sldId="262"/>
            <ac:spMk id="16" creationId="{F2288C42-58EC-4614-BE0D-B5F58D4C7FAF}"/>
          </ac:spMkLst>
        </pc:spChg>
        <pc:spChg chg="add mod">
          <ac:chgData name="Marcin Bartosiak" userId="d01ed0f4ecfdbb64" providerId="LiveId" clId="{469E585D-6CFC-4A02-8C67-A45CCD0F5313}" dt="2019-09-18T10:42:58.596" v="1506" actId="207"/>
          <ac:spMkLst>
            <pc:docMk/>
            <pc:sldMk cId="4219187844" sldId="262"/>
            <ac:spMk id="17" creationId="{A37F4387-26C8-4D7A-A9CF-2A932AB8B567}"/>
          </ac:spMkLst>
        </pc:spChg>
        <pc:spChg chg="add mod">
          <ac:chgData name="Marcin Bartosiak" userId="d01ed0f4ecfdbb64" providerId="LiveId" clId="{469E585D-6CFC-4A02-8C67-A45CCD0F5313}" dt="2019-09-18T10:42:58.596" v="1506" actId="207"/>
          <ac:spMkLst>
            <pc:docMk/>
            <pc:sldMk cId="4219187844" sldId="262"/>
            <ac:spMk id="18" creationId="{FEFC9EF3-19E6-41F9-9310-7D2004D727E6}"/>
          </ac:spMkLst>
        </pc:spChg>
        <pc:spChg chg="add mod">
          <ac:chgData name="Marcin Bartosiak" userId="d01ed0f4ecfdbb64" providerId="LiveId" clId="{469E585D-6CFC-4A02-8C67-A45CCD0F5313}" dt="2019-09-18T10:42:39.542" v="1503" actId="207"/>
          <ac:spMkLst>
            <pc:docMk/>
            <pc:sldMk cId="4219187844" sldId="262"/>
            <ac:spMk id="22" creationId="{72256D24-9AFE-4A91-869C-E47A78A50437}"/>
          </ac:spMkLst>
        </pc:spChg>
        <pc:spChg chg="add mod">
          <ac:chgData name="Marcin Bartosiak" userId="d01ed0f4ecfdbb64" providerId="LiveId" clId="{469E585D-6CFC-4A02-8C67-A45CCD0F5313}" dt="2019-09-18T10:42:39.542" v="1503" actId="207"/>
          <ac:spMkLst>
            <pc:docMk/>
            <pc:sldMk cId="4219187844" sldId="262"/>
            <ac:spMk id="23" creationId="{8500D3C2-1F8C-4272-AA84-C17F3DC8B68D}"/>
          </ac:spMkLst>
        </pc:spChg>
        <pc:spChg chg="add mod">
          <ac:chgData name="Marcin Bartosiak" userId="d01ed0f4ecfdbb64" providerId="LiveId" clId="{469E585D-6CFC-4A02-8C67-A45CCD0F5313}" dt="2019-09-18T10:42:39.542" v="1503" actId="207"/>
          <ac:spMkLst>
            <pc:docMk/>
            <pc:sldMk cId="4219187844" sldId="262"/>
            <ac:spMk id="24" creationId="{7AEDEDF2-1DA4-4BAF-B43F-F7B187079611}"/>
          </ac:spMkLst>
        </pc:spChg>
        <pc:spChg chg="add mod">
          <ac:chgData name="Marcin Bartosiak" userId="d01ed0f4ecfdbb64" providerId="LiveId" clId="{469E585D-6CFC-4A02-8C67-A45CCD0F5313}" dt="2019-09-18T10:43:11.129" v="1509" actId="1076"/>
          <ac:spMkLst>
            <pc:docMk/>
            <pc:sldMk cId="4219187844" sldId="262"/>
            <ac:spMk id="25" creationId="{01CD5276-5FCF-4B92-95E9-09F75769369A}"/>
          </ac:spMkLst>
        </pc:spChg>
        <pc:spChg chg="add mod">
          <ac:chgData name="Marcin Bartosiak" userId="d01ed0f4ecfdbb64" providerId="LiveId" clId="{469E585D-6CFC-4A02-8C67-A45CCD0F5313}" dt="2019-09-26T12:51:28.636" v="2196" actId="1076"/>
          <ac:spMkLst>
            <pc:docMk/>
            <pc:sldMk cId="4219187844" sldId="262"/>
            <ac:spMk id="26" creationId="{62F3BCDC-4C8A-4883-AE63-4BDCD11662FC}"/>
          </ac:spMkLst>
        </pc:spChg>
        <pc:spChg chg="add mod">
          <ac:chgData name="Marcin Bartosiak" userId="d01ed0f4ecfdbb64" providerId="LiveId" clId="{469E585D-6CFC-4A02-8C67-A45CCD0F5313}" dt="2019-09-18T10:42:51.500" v="1505" actId="571"/>
          <ac:spMkLst>
            <pc:docMk/>
            <pc:sldMk cId="4219187844" sldId="262"/>
            <ac:spMk id="31" creationId="{A29311A0-6C59-42B6-B3FF-EC27B29217C8}"/>
          </ac:spMkLst>
        </pc:spChg>
        <pc:spChg chg="add mod">
          <ac:chgData name="Marcin Bartosiak" userId="d01ed0f4ecfdbb64" providerId="LiveId" clId="{469E585D-6CFC-4A02-8C67-A45CCD0F5313}" dt="2019-09-18T10:42:51.500" v="1505" actId="571"/>
          <ac:spMkLst>
            <pc:docMk/>
            <pc:sldMk cId="4219187844" sldId="262"/>
            <ac:spMk id="32" creationId="{E1202F17-11DC-4EB3-ACB0-FC4D15ACD2DB}"/>
          </ac:spMkLst>
        </pc:spChg>
        <pc:spChg chg="add mod">
          <ac:chgData name="Marcin Bartosiak" userId="d01ed0f4ecfdbb64" providerId="LiveId" clId="{469E585D-6CFC-4A02-8C67-A45CCD0F5313}" dt="2019-09-18T10:42:51.500" v="1505" actId="571"/>
          <ac:spMkLst>
            <pc:docMk/>
            <pc:sldMk cId="4219187844" sldId="262"/>
            <ac:spMk id="33" creationId="{EAFD2FC4-929C-4025-AA13-FC3919D384FE}"/>
          </ac:spMkLst>
        </pc:spChg>
        <pc:graphicFrameChg chg="add mod">
          <ac:chgData name="Marcin Bartosiak" userId="d01ed0f4ecfdbb64" providerId="LiveId" clId="{469E585D-6CFC-4A02-8C67-A45CCD0F5313}" dt="2019-09-18T10:40:45.820" v="1493" actId="1076"/>
          <ac:graphicFrameMkLst>
            <pc:docMk/>
            <pc:sldMk cId="4219187844" sldId="262"/>
            <ac:graphicFrameMk id="15" creationId="{823CE9DC-91F0-4678-9DEC-855B6DBC75BC}"/>
          </ac:graphicFrameMkLst>
        </pc:graphicFrameChg>
        <pc:graphicFrameChg chg="add mod modGraphic">
          <ac:chgData name="Marcin Bartosiak" userId="d01ed0f4ecfdbb64" providerId="LiveId" clId="{469E585D-6CFC-4A02-8C67-A45CCD0F5313}" dt="2019-09-18T10:44:16.637" v="1511" actId="12385"/>
          <ac:graphicFrameMkLst>
            <pc:docMk/>
            <pc:sldMk cId="4219187844" sldId="262"/>
            <ac:graphicFrameMk id="19" creationId="{5C89959F-7C73-4CCC-AA09-B36FB0EA7EA8}"/>
          </ac:graphicFrameMkLst>
        </pc:graphicFrameChg>
        <pc:graphicFrameChg chg="add mod modGraphic">
          <ac:chgData name="Marcin Bartosiak" userId="d01ed0f4ecfdbb64" providerId="LiveId" clId="{469E585D-6CFC-4A02-8C67-A45CCD0F5313}" dt="2019-09-18T10:44:19.053" v="1512" actId="12385"/>
          <ac:graphicFrameMkLst>
            <pc:docMk/>
            <pc:sldMk cId="4219187844" sldId="262"/>
            <ac:graphicFrameMk id="20" creationId="{814E67E5-E704-4103-8388-9721A55AA158}"/>
          </ac:graphicFrameMkLst>
        </pc:graphicFrameChg>
        <pc:graphicFrameChg chg="add mod modGraphic">
          <ac:chgData name="Marcin Bartosiak" userId="d01ed0f4ecfdbb64" providerId="LiveId" clId="{469E585D-6CFC-4A02-8C67-A45CCD0F5313}" dt="2019-09-18T10:44:21.273" v="1513" actId="12385"/>
          <ac:graphicFrameMkLst>
            <pc:docMk/>
            <pc:sldMk cId="4219187844" sldId="262"/>
            <ac:graphicFrameMk id="21" creationId="{A0EE4D21-7E84-48AC-ABC0-3AD932253ACE}"/>
          </ac:graphicFrameMkLst>
        </pc:graphicFrameChg>
        <pc:graphicFrameChg chg="add del">
          <ac:chgData name="Marcin Bartosiak" userId="d01ed0f4ecfdbb64" providerId="LiveId" clId="{469E585D-6CFC-4A02-8C67-A45CCD0F5313}" dt="2019-09-18T10:41:27.358" v="1498"/>
          <ac:graphicFrameMkLst>
            <pc:docMk/>
            <pc:sldMk cId="4219187844" sldId="262"/>
            <ac:graphicFrameMk id="27" creationId="{AE9C472C-D49A-480A-818D-ED1B1B3863DD}"/>
          </ac:graphicFrameMkLst>
        </pc:graphicFrameChg>
        <pc:graphicFrameChg chg="add mod">
          <ac:chgData name="Marcin Bartosiak" userId="d01ed0f4ecfdbb64" providerId="LiveId" clId="{469E585D-6CFC-4A02-8C67-A45CCD0F5313}" dt="2019-09-18T10:44:28.401" v="1516" actId="12385"/>
          <ac:graphicFrameMkLst>
            <pc:docMk/>
            <pc:sldMk cId="4219187844" sldId="262"/>
            <ac:graphicFrameMk id="28" creationId="{D465821D-9497-4755-91C2-A1BEDB8B4E6B}"/>
          </ac:graphicFrameMkLst>
        </pc:graphicFrameChg>
        <pc:graphicFrameChg chg="add mod">
          <ac:chgData name="Marcin Bartosiak" userId="d01ed0f4ecfdbb64" providerId="LiveId" clId="{469E585D-6CFC-4A02-8C67-A45CCD0F5313}" dt="2019-09-18T10:44:26.032" v="1515" actId="12385"/>
          <ac:graphicFrameMkLst>
            <pc:docMk/>
            <pc:sldMk cId="4219187844" sldId="262"/>
            <ac:graphicFrameMk id="29" creationId="{5D21BF6C-9C5E-4323-A6F4-A52D84ED7500}"/>
          </ac:graphicFrameMkLst>
        </pc:graphicFrameChg>
        <pc:graphicFrameChg chg="add mod">
          <ac:chgData name="Marcin Bartosiak" userId="d01ed0f4ecfdbb64" providerId="LiveId" clId="{469E585D-6CFC-4A02-8C67-A45CCD0F5313}" dt="2019-09-18T10:44:23.912" v="1514" actId="12385"/>
          <ac:graphicFrameMkLst>
            <pc:docMk/>
            <pc:sldMk cId="4219187844" sldId="262"/>
            <ac:graphicFrameMk id="30" creationId="{D1AB9BF8-35F7-44A9-B1BF-8E56F4CC3493}"/>
          </ac:graphicFrameMkLst>
        </pc:graphicFrameChg>
        <pc:cxnChg chg="add mod">
          <ac:chgData name="Marcin Bartosiak" userId="d01ed0f4ecfdbb64" providerId="LiveId" clId="{469E585D-6CFC-4A02-8C67-A45CCD0F5313}" dt="2019-09-18T10:38:30.089" v="1482" actId="208"/>
          <ac:cxnSpMkLst>
            <pc:docMk/>
            <pc:sldMk cId="4219187844" sldId="262"/>
            <ac:cxnSpMk id="11" creationId="{113E83AC-1AA8-4CC9-94AC-15035E661D45}"/>
          </ac:cxnSpMkLst>
        </pc:cxnChg>
      </pc:sldChg>
      <pc:sldChg chg="addSp delSp modSp">
        <pc:chgData name="Marcin Bartosiak" userId="d01ed0f4ecfdbb64" providerId="LiveId" clId="{469E585D-6CFC-4A02-8C67-A45CCD0F5313}" dt="2019-09-18T10:52:20.663" v="1578" actId="1076"/>
        <pc:sldMkLst>
          <pc:docMk/>
          <pc:sldMk cId="2492476451" sldId="263"/>
        </pc:sldMkLst>
        <pc:spChg chg="mod">
          <ac:chgData name="Marcin Bartosiak" userId="d01ed0f4ecfdbb64" providerId="LiveId" clId="{469E585D-6CFC-4A02-8C67-A45CCD0F5313}" dt="2019-09-18T10:50:06.114" v="1539" actId="20577"/>
          <ac:spMkLst>
            <pc:docMk/>
            <pc:sldMk cId="2492476451" sldId="263"/>
            <ac:spMk id="2" creationId="{F232B7D3-D949-4C5C-AD47-4982F692395B}"/>
          </ac:spMkLst>
        </pc:spChg>
        <pc:spChg chg="del">
          <ac:chgData name="Marcin Bartosiak" userId="d01ed0f4ecfdbb64" providerId="LiveId" clId="{469E585D-6CFC-4A02-8C67-A45CCD0F5313}" dt="2019-09-18T10:50:10.912" v="1540" actId="478"/>
          <ac:spMkLst>
            <pc:docMk/>
            <pc:sldMk cId="2492476451" sldId="263"/>
            <ac:spMk id="3" creationId="{5376AD11-B0DE-419F-831F-AE7B1B4DA688}"/>
          </ac:spMkLst>
        </pc:spChg>
        <pc:spChg chg="add del mod">
          <ac:chgData name="Marcin Bartosiak" userId="d01ed0f4ecfdbb64" providerId="LiveId" clId="{469E585D-6CFC-4A02-8C67-A45CCD0F5313}" dt="2019-09-18T10:50:12.831" v="1541" actId="478"/>
          <ac:spMkLst>
            <pc:docMk/>
            <pc:sldMk cId="2492476451" sldId="263"/>
            <ac:spMk id="5" creationId="{B9E12F7D-B420-437F-AB9D-D2BE4837A3A5}"/>
          </ac:spMkLst>
        </pc:spChg>
        <pc:spChg chg="add mod">
          <ac:chgData name="Marcin Bartosiak" userId="d01ed0f4ecfdbb64" providerId="LiveId" clId="{469E585D-6CFC-4A02-8C67-A45CCD0F5313}" dt="2019-09-18T10:50:19.366" v="1543" actId="14100"/>
          <ac:spMkLst>
            <pc:docMk/>
            <pc:sldMk cId="2492476451" sldId="263"/>
            <ac:spMk id="6" creationId="{C2202662-FAD3-46E1-9B03-7E7EFF31ABFC}"/>
          </ac:spMkLst>
        </pc:spChg>
        <pc:spChg chg="add mod">
          <ac:chgData name="Marcin Bartosiak" userId="d01ed0f4ecfdbb64" providerId="LiveId" clId="{469E585D-6CFC-4A02-8C67-A45CCD0F5313}" dt="2019-09-18T10:51:59.548" v="1569" actId="14100"/>
          <ac:spMkLst>
            <pc:docMk/>
            <pc:sldMk cId="2492476451" sldId="263"/>
            <ac:spMk id="10" creationId="{E0D7D07A-EAB1-4750-A041-D51BB44B1117}"/>
          </ac:spMkLst>
        </pc:spChg>
        <pc:spChg chg="add mod">
          <ac:chgData name="Marcin Bartosiak" userId="d01ed0f4ecfdbb64" providerId="LiveId" clId="{469E585D-6CFC-4A02-8C67-A45CCD0F5313}" dt="2019-09-18T10:50:42.678" v="1548" actId="1076"/>
          <ac:spMkLst>
            <pc:docMk/>
            <pc:sldMk cId="2492476451" sldId="263"/>
            <ac:spMk id="11" creationId="{51537EF8-B97B-4D9E-8D39-6AF9F74A1FA5}"/>
          </ac:spMkLst>
        </pc:spChg>
        <pc:spChg chg="add mod">
          <ac:chgData name="Marcin Bartosiak" userId="d01ed0f4ecfdbb64" providerId="LiveId" clId="{469E585D-6CFC-4A02-8C67-A45CCD0F5313}" dt="2019-09-18T10:52:20.663" v="1578" actId="1076"/>
          <ac:spMkLst>
            <pc:docMk/>
            <pc:sldMk cId="2492476451" sldId="263"/>
            <ac:spMk id="12" creationId="{709D4A10-C777-408F-8FBF-C9AFA8CFD1FF}"/>
          </ac:spMkLst>
        </pc:spChg>
        <pc:spChg chg="add mod">
          <ac:chgData name="Marcin Bartosiak" userId="d01ed0f4ecfdbb64" providerId="LiveId" clId="{469E585D-6CFC-4A02-8C67-A45CCD0F5313}" dt="2019-09-18T10:50:19.366" v="1543" actId="14100"/>
          <ac:spMkLst>
            <pc:docMk/>
            <pc:sldMk cId="2492476451" sldId="263"/>
            <ac:spMk id="13" creationId="{22471B74-6D06-463E-A8EC-F644F59B0814}"/>
          </ac:spMkLst>
        </pc:spChg>
        <pc:spChg chg="add mod">
          <ac:chgData name="Marcin Bartosiak" userId="d01ed0f4ecfdbb64" providerId="LiveId" clId="{469E585D-6CFC-4A02-8C67-A45CCD0F5313}" dt="2019-09-18T10:51:04.127" v="1552" actId="1076"/>
          <ac:spMkLst>
            <pc:docMk/>
            <pc:sldMk cId="2492476451" sldId="263"/>
            <ac:spMk id="14" creationId="{F8D02DE0-31EC-4A66-9A56-BA1FD4914CB2}"/>
          </ac:spMkLst>
        </pc:spChg>
        <pc:spChg chg="add mod">
          <ac:chgData name="Marcin Bartosiak" userId="d01ed0f4ecfdbb64" providerId="LiveId" clId="{469E585D-6CFC-4A02-8C67-A45CCD0F5313}" dt="2019-09-18T10:51:24.558" v="1554" actId="1076"/>
          <ac:spMkLst>
            <pc:docMk/>
            <pc:sldMk cId="2492476451" sldId="263"/>
            <ac:spMk id="15" creationId="{EBA042EE-4B16-41BD-AC3D-CD5498092EAF}"/>
          </ac:spMkLst>
        </pc:spChg>
        <pc:picChg chg="add mod">
          <ac:chgData name="Marcin Bartosiak" userId="d01ed0f4ecfdbb64" providerId="LiveId" clId="{469E585D-6CFC-4A02-8C67-A45CCD0F5313}" dt="2019-09-18T10:50:31.328" v="1546" actId="1076"/>
          <ac:picMkLst>
            <pc:docMk/>
            <pc:sldMk cId="2492476451" sldId="263"/>
            <ac:picMk id="7" creationId="{3CE3AC2D-B4DE-45EC-B07A-8D09F24A1090}"/>
          </ac:picMkLst>
        </pc:picChg>
        <pc:picChg chg="add mod">
          <ac:chgData name="Marcin Bartosiak" userId="d01ed0f4ecfdbb64" providerId="LiveId" clId="{469E585D-6CFC-4A02-8C67-A45CCD0F5313}" dt="2019-09-18T10:50:24.164" v="1545" actId="1076"/>
          <ac:picMkLst>
            <pc:docMk/>
            <pc:sldMk cId="2492476451" sldId="263"/>
            <ac:picMk id="8" creationId="{C8C550F4-3A90-4C77-A80F-8144698D4920}"/>
          </ac:picMkLst>
        </pc:picChg>
        <pc:picChg chg="add mod">
          <ac:chgData name="Marcin Bartosiak" userId="d01ed0f4ecfdbb64" providerId="LiveId" clId="{469E585D-6CFC-4A02-8C67-A45CCD0F5313}" dt="2019-09-18T10:52:14.339" v="1577" actId="1035"/>
          <ac:picMkLst>
            <pc:docMk/>
            <pc:sldMk cId="2492476451" sldId="263"/>
            <ac:picMk id="9" creationId="{46D8D579-A355-4AF2-8E2B-1DD04D611AA1}"/>
          </ac:picMkLst>
        </pc:picChg>
      </pc:sldChg>
      <pc:sldChg chg="addSp delSp modSp">
        <pc:chgData name="Marcin Bartosiak" userId="d01ed0f4ecfdbb64" providerId="LiveId" clId="{469E585D-6CFC-4A02-8C67-A45CCD0F5313}" dt="2019-09-18T12:08:44.474" v="1653" actId="20577"/>
        <pc:sldMkLst>
          <pc:docMk/>
          <pc:sldMk cId="3069620319" sldId="264"/>
        </pc:sldMkLst>
        <pc:spChg chg="mod">
          <ac:chgData name="Marcin Bartosiak" userId="d01ed0f4ecfdbb64" providerId="LiveId" clId="{469E585D-6CFC-4A02-8C67-A45CCD0F5313}" dt="2019-09-18T12:08:44.474" v="1653" actId="20577"/>
          <ac:spMkLst>
            <pc:docMk/>
            <pc:sldMk cId="3069620319" sldId="264"/>
            <ac:spMk id="2" creationId="{4F3368F2-FEA1-4A0B-84AA-DDC9A8E431F6}"/>
          </ac:spMkLst>
        </pc:spChg>
        <pc:spChg chg="del">
          <ac:chgData name="Marcin Bartosiak" userId="d01ed0f4ecfdbb64" providerId="LiveId" clId="{469E585D-6CFC-4A02-8C67-A45CCD0F5313}" dt="2019-09-18T12:08:05.023" v="1608" actId="478"/>
          <ac:spMkLst>
            <pc:docMk/>
            <pc:sldMk cId="3069620319" sldId="264"/>
            <ac:spMk id="3" creationId="{C22135AB-28FA-4CF5-A873-065FCB96CDEC}"/>
          </ac:spMkLst>
        </pc:spChg>
        <pc:spChg chg="del">
          <ac:chgData name="Marcin Bartosiak" userId="d01ed0f4ecfdbb64" providerId="LiveId" clId="{469E585D-6CFC-4A02-8C67-A45CCD0F5313}" dt="2019-09-18T12:08:01.340" v="1607" actId="478"/>
          <ac:spMkLst>
            <pc:docMk/>
            <pc:sldMk cId="3069620319" sldId="264"/>
            <ac:spMk id="4" creationId="{A2348979-0563-4DCA-A009-B52252587F5D}"/>
          </ac:spMkLst>
        </pc:spChg>
        <pc:spChg chg="del">
          <ac:chgData name="Marcin Bartosiak" userId="d01ed0f4ecfdbb64" providerId="LiveId" clId="{469E585D-6CFC-4A02-8C67-A45CCD0F5313}" dt="2019-09-18T12:07:58.523" v="1606" actId="478"/>
          <ac:spMkLst>
            <pc:docMk/>
            <pc:sldMk cId="3069620319" sldId="264"/>
            <ac:spMk id="5" creationId="{47E56572-8C5B-4941-9D10-5982FF6D0139}"/>
          </ac:spMkLst>
        </pc:spChg>
        <pc:spChg chg="add mod">
          <ac:chgData name="Marcin Bartosiak" userId="d01ed0f4ecfdbb64" providerId="LiveId" clId="{469E585D-6CFC-4A02-8C67-A45CCD0F5313}" dt="2019-09-18T12:08:30.782" v="1628" actId="403"/>
          <ac:spMkLst>
            <pc:docMk/>
            <pc:sldMk cId="3069620319" sldId="264"/>
            <ac:spMk id="7" creationId="{A020C986-B85D-40FA-B550-2DC99B8A71D3}"/>
          </ac:spMkLst>
        </pc:spChg>
      </pc:sldChg>
      <pc:sldChg chg="modSp del">
        <pc:chgData name="Marcin Bartosiak" userId="d01ed0f4ecfdbb64" providerId="LiveId" clId="{469E585D-6CFC-4A02-8C67-A45CCD0F5313}" dt="2019-09-18T13:40:05.612" v="1988" actId="2696"/>
        <pc:sldMkLst>
          <pc:docMk/>
          <pc:sldMk cId="4098081854" sldId="265"/>
        </pc:sldMkLst>
        <pc:spChg chg="mod">
          <ac:chgData name="Marcin Bartosiak" userId="d01ed0f4ecfdbb64" providerId="LiveId" clId="{469E585D-6CFC-4A02-8C67-A45CCD0F5313}" dt="2019-09-18T13:34:38.191" v="1903"/>
          <ac:spMkLst>
            <pc:docMk/>
            <pc:sldMk cId="4098081854" sldId="265"/>
            <ac:spMk id="3" creationId="{51AAF18C-6608-437A-A980-BA9B377BED7F}"/>
          </ac:spMkLst>
        </pc:spChg>
      </pc:sldChg>
      <pc:sldChg chg="del">
        <pc:chgData name="Marcin Bartosiak" userId="d01ed0f4ecfdbb64" providerId="LiveId" clId="{469E585D-6CFC-4A02-8C67-A45CCD0F5313}" dt="2019-09-18T13:40:07.029" v="1989" actId="2696"/>
        <pc:sldMkLst>
          <pc:docMk/>
          <pc:sldMk cId="3105902003" sldId="266"/>
        </pc:sldMkLst>
      </pc:sldChg>
      <pc:sldChg chg="del">
        <pc:chgData name="Marcin Bartosiak" userId="d01ed0f4ecfdbb64" providerId="LiveId" clId="{469E585D-6CFC-4A02-8C67-A45CCD0F5313}" dt="2019-09-18T13:40:09.290" v="1990" actId="2696"/>
        <pc:sldMkLst>
          <pc:docMk/>
          <pc:sldMk cId="632208011" sldId="267"/>
        </pc:sldMkLst>
      </pc:sldChg>
      <pc:sldChg chg="del">
        <pc:chgData name="Marcin Bartosiak" userId="d01ed0f4ecfdbb64" providerId="LiveId" clId="{469E585D-6CFC-4A02-8C67-A45CCD0F5313}" dt="2019-09-18T13:40:36.130" v="2045" actId="2696"/>
        <pc:sldMkLst>
          <pc:docMk/>
          <pc:sldMk cId="3017029145" sldId="268"/>
        </pc:sldMkLst>
      </pc:sldChg>
      <pc:sldChg chg="del">
        <pc:chgData name="Marcin Bartosiak" userId="d01ed0f4ecfdbb64" providerId="LiveId" clId="{469E585D-6CFC-4A02-8C67-A45CCD0F5313}" dt="2019-09-18T13:40:34.197" v="2033" actId="2696"/>
        <pc:sldMkLst>
          <pc:docMk/>
          <pc:sldMk cId="1653694034" sldId="269"/>
        </pc:sldMkLst>
      </pc:sldChg>
      <pc:sldChg chg="del">
        <pc:chgData name="Marcin Bartosiak" userId="d01ed0f4ecfdbb64" providerId="LiveId" clId="{469E585D-6CFC-4A02-8C67-A45CCD0F5313}" dt="2019-09-18T13:40:34.572" v="2036" actId="2696"/>
        <pc:sldMkLst>
          <pc:docMk/>
          <pc:sldMk cId="245249472" sldId="274"/>
        </pc:sldMkLst>
      </pc:sldChg>
      <pc:sldChg chg="del">
        <pc:chgData name="Marcin Bartosiak" userId="d01ed0f4ecfdbb64" providerId="LiveId" clId="{469E585D-6CFC-4A02-8C67-A45CCD0F5313}" dt="2019-09-18T13:40:35.540" v="2041" actId="2696"/>
        <pc:sldMkLst>
          <pc:docMk/>
          <pc:sldMk cId="2180310611" sldId="275"/>
        </pc:sldMkLst>
      </pc:sldChg>
      <pc:sldChg chg="del">
        <pc:chgData name="Marcin Bartosiak" userId="d01ed0f4ecfdbb64" providerId="LiveId" clId="{469E585D-6CFC-4A02-8C67-A45CCD0F5313}" dt="2019-09-18T13:40:35.654" v="2042" actId="2696"/>
        <pc:sldMkLst>
          <pc:docMk/>
          <pc:sldMk cId="317265882" sldId="276"/>
        </pc:sldMkLst>
      </pc:sldChg>
      <pc:sldChg chg="delSp modSp">
        <pc:chgData name="Marcin Bartosiak" userId="d01ed0f4ecfdbb64" providerId="LiveId" clId="{469E585D-6CFC-4A02-8C67-A45CCD0F5313}" dt="2019-09-18T10:09:36.239" v="1141" actId="12"/>
        <pc:sldMkLst>
          <pc:docMk/>
          <pc:sldMk cId="3675923517" sldId="293"/>
        </pc:sldMkLst>
        <pc:spChg chg="mod">
          <ac:chgData name="Marcin Bartosiak" userId="d01ed0f4ecfdbb64" providerId="LiveId" clId="{469E585D-6CFC-4A02-8C67-A45CCD0F5313}" dt="2019-09-18T10:09:17.973" v="1139"/>
          <ac:spMkLst>
            <pc:docMk/>
            <pc:sldMk cId="3675923517" sldId="293"/>
            <ac:spMk id="3" creationId="{1E8E0E66-2C44-4A85-9F0A-289B497F7D39}"/>
          </ac:spMkLst>
        </pc:spChg>
        <pc:spChg chg="mod">
          <ac:chgData name="Marcin Bartosiak" userId="d01ed0f4ecfdbb64" providerId="LiveId" clId="{469E585D-6CFC-4A02-8C67-A45CCD0F5313}" dt="2019-09-18T10:09:36.239" v="1141" actId="12"/>
          <ac:spMkLst>
            <pc:docMk/>
            <pc:sldMk cId="3675923517" sldId="293"/>
            <ac:spMk id="4" creationId="{C9107FEB-35B0-4337-9E69-B7C3197AEBFC}"/>
          </ac:spMkLst>
        </pc:spChg>
        <pc:picChg chg="del mod">
          <ac:chgData name="Marcin Bartosiak" userId="d01ed0f4ecfdbb64" providerId="LiveId" clId="{469E585D-6CFC-4A02-8C67-A45CCD0F5313}" dt="2019-09-18T10:09:12.954" v="1138" actId="478"/>
          <ac:picMkLst>
            <pc:docMk/>
            <pc:sldMk cId="3675923517" sldId="293"/>
            <ac:picMk id="5" creationId="{3C8FA04A-1B84-428D-8F50-8FE522FF9F87}"/>
          </ac:picMkLst>
        </pc:picChg>
      </pc:sldChg>
      <pc:sldChg chg="delSp modSp modNotesTx">
        <pc:chgData name="Marcin Bartosiak" userId="d01ed0f4ecfdbb64" providerId="LiveId" clId="{469E585D-6CFC-4A02-8C67-A45CCD0F5313}" dt="2019-09-18T10:12:18.583" v="1314" actId="15"/>
        <pc:sldMkLst>
          <pc:docMk/>
          <pc:sldMk cId="2657131797" sldId="294"/>
        </pc:sldMkLst>
        <pc:spChg chg="mod">
          <ac:chgData name="Marcin Bartosiak" userId="d01ed0f4ecfdbb64" providerId="LiveId" clId="{469E585D-6CFC-4A02-8C67-A45CCD0F5313}" dt="2019-09-18T10:11:30.383" v="1303"/>
          <ac:spMkLst>
            <pc:docMk/>
            <pc:sldMk cId="2657131797" sldId="294"/>
            <ac:spMk id="3" creationId="{1E8E0E66-2C44-4A85-9F0A-289B497F7D39}"/>
          </ac:spMkLst>
        </pc:spChg>
        <pc:spChg chg="mod">
          <ac:chgData name="Marcin Bartosiak" userId="d01ed0f4ecfdbb64" providerId="LiveId" clId="{469E585D-6CFC-4A02-8C67-A45CCD0F5313}" dt="2019-09-18T10:12:18.583" v="1314" actId="15"/>
          <ac:spMkLst>
            <pc:docMk/>
            <pc:sldMk cId="2657131797" sldId="294"/>
            <ac:spMk id="4" creationId="{C9107FEB-35B0-4337-9E69-B7C3197AEBFC}"/>
          </ac:spMkLst>
        </pc:spChg>
        <pc:picChg chg="del">
          <ac:chgData name="Marcin Bartosiak" userId="d01ed0f4ecfdbb64" providerId="LiveId" clId="{469E585D-6CFC-4A02-8C67-A45CCD0F5313}" dt="2019-09-18T10:11:32.748" v="1304" actId="478"/>
          <ac:picMkLst>
            <pc:docMk/>
            <pc:sldMk cId="2657131797" sldId="294"/>
            <ac:picMk id="6" creationId="{A35D255D-8441-4ABD-AA82-8B7088B9F2C2}"/>
          </ac:picMkLst>
        </pc:picChg>
      </pc:sldChg>
      <pc:sldChg chg="del">
        <pc:chgData name="Marcin Bartosiak" userId="d01ed0f4ecfdbb64" providerId="LiveId" clId="{469E585D-6CFC-4A02-8C67-A45CCD0F5313}" dt="2019-09-18T13:40:28.132" v="1994" actId="2696"/>
        <pc:sldMkLst>
          <pc:docMk/>
          <pc:sldMk cId="1859827034" sldId="295"/>
        </pc:sldMkLst>
      </pc:sldChg>
      <pc:sldChg chg="del">
        <pc:chgData name="Marcin Bartosiak" userId="d01ed0f4ecfdbb64" providerId="LiveId" clId="{469E585D-6CFC-4A02-8C67-A45CCD0F5313}" dt="2019-09-18T13:40:09.890" v="1991" actId="2696"/>
        <pc:sldMkLst>
          <pc:docMk/>
          <pc:sldMk cId="983972306" sldId="296"/>
        </pc:sldMkLst>
      </pc:sldChg>
      <pc:sldChg chg="delSp modSp add del ord">
        <pc:chgData name="Marcin Bartosiak" userId="d01ed0f4ecfdbb64" providerId="LiveId" clId="{469E585D-6CFC-4A02-8C67-A45CCD0F5313}" dt="2019-09-18T13:40:39.423" v="2049" actId="2696"/>
        <pc:sldMkLst>
          <pc:docMk/>
          <pc:sldMk cId="807570640" sldId="297"/>
        </pc:sldMkLst>
        <pc:spChg chg="mod">
          <ac:chgData name="Marcin Bartosiak" userId="d01ed0f4ecfdbb64" providerId="LiveId" clId="{469E585D-6CFC-4A02-8C67-A45CCD0F5313}" dt="2019-09-18T13:39:50.547" v="1987" actId="20577"/>
          <ac:spMkLst>
            <pc:docMk/>
            <pc:sldMk cId="807570640" sldId="297"/>
            <ac:spMk id="2" creationId="{F232B7D3-D949-4C5C-AD47-4982F692395B}"/>
          </ac:spMkLst>
        </pc:spChg>
        <pc:spChg chg="mod">
          <ac:chgData name="Marcin Bartosiak" userId="d01ed0f4ecfdbb64" providerId="LiveId" clId="{469E585D-6CFC-4A02-8C67-A45CCD0F5313}" dt="2019-09-18T13:39:35.006" v="1956" actId="403"/>
          <ac:spMkLst>
            <pc:docMk/>
            <pc:sldMk cId="807570640" sldId="297"/>
            <ac:spMk id="3" creationId="{5376AD11-B0DE-419F-831F-AE7B1B4DA688}"/>
          </ac:spMkLst>
        </pc:spChg>
        <pc:spChg chg="del">
          <ac:chgData name="Marcin Bartosiak" userId="d01ed0f4ecfdbb64" providerId="LiveId" clId="{469E585D-6CFC-4A02-8C67-A45CCD0F5313}" dt="2019-09-18T13:35:04.698" v="1909" actId="478"/>
          <ac:spMkLst>
            <pc:docMk/>
            <pc:sldMk cId="807570640" sldId="297"/>
            <ac:spMk id="5" creationId="{3E191B6A-807B-4F79-82AC-86740F5D0035}"/>
          </ac:spMkLst>
        </pc:spChg>
        <pc:picChg chg="del">
          <ac:chgData name="Marcin Bartosiak" userId="d01ed0f4ecfdbb64" providerId="LiveId" clId="{469E585D-6CFC-4A02-8C67-A45CCD0F5313}" dt="2019-09-18T13:35:01.856" v="1908" actId="478"/>
          <ac:picMkLst>
            <pc:docMk/>
            <pc:sldMk cId="807570640" sldId="297"/>
            <ac:picMk id="4" creationId="{30CB889F-7FA4-4CAE-9B07-28E4B45978A5}"/>
          </ac:picMkLst>
        </pc:picChg>
      </pc:sldChg>
      <pc:sldChg chg="del">
        <pc:chgData name="Marcin Bartosiak" userId="d01ed0f4ecfdbb64" providerId="LiveId" clId="{469E585D-6CFC-4A02-8C67-A45CCD0F5313}" dt="2019-09-18T13:40:28.677" v="1996" actId="2696"/>
        <pc:sldMkLst>
          <pc:docMk/>
          <pc:sldMk cId="1190688742" sldId="298"/>
        </pc:sldMkLst>
      </pc:sldChg>
      <pc:sldChg chg="del">
        <pc:chgData name="Marcin Bartosiak" userId="d01ed0f4ecfdbb64" providerId="LiveId" clId="{469E585D-6CFC-4A02-8C67-A45CCD0F5313}" dt="2019-09-18T13:40:28.687" v="1997" actId="2696"/>
        <pc:sldMkLst>
          <pc:docMk/>
          <pc:sldMk cId="2173320445" sldId="299"/>
        </pc:sldMkLst>
      </pc:sldChg>
      <pc:sldChg chg="del">
        <pc:chgData name="Marcin Bartosiak" userId="d01ed0f4ecfdbb64" providerId="LiveId" clId="{469E585D-6CFC-4A02-8C67-A45CCD0F5313}" dt="2019-09-18T13:40:28.742" v="1998" actId="2696"/>
        <pc:sldMkLst>
          <pc:docMk/>
          <pc:sldMk cId="2525436801" sldId="300"/>
        </pc:sldMkLst>
      </pc:sldChg>
      <pc:sldChg chg="del">
        <pc:chgData name="Marcin Bartosiak" userId="d01ed0f4ecfdbb64" providerId="LiveId" clId="{469E585D-6CFC-4A02-8C67-A45CCD0F5313}" dt="2019-09-18T13:40:28.752" v="1999" actId="2696"/>
        <pc:sldMkLst>
          <pc:docMk/>
          <pc:sldMk cId="982059945" sldId="301"/>
        </pc:sldMkLst>
      </pc:sldChg>
      <pc:sldChg chg="addSp delSp modSp ord">
        <pc:chgData name="Marcin Bartosiak" userId="d01ed0f4ecfdbb64" providerId="LiveId" clId="{469E585D-6CFC-4A02-8C67-A45CCD0F5313}" dt="2019-09-18T13:34:06.631" v="1896" actId="20577"/>
        <pc:sldMkLst>
          <pc:docMk/>
          <pc:sldMk cId="1728106554" sldId="302"/>
        </pc:sldMkLst>
        <pc:spChg chg="mod">
          <ac:chgData name="Marcin Bartosiak" userId="d01ed0f4ecfdbb64" providerId="LiveId" clId="{469E585D-6CFC-4A02-8C67-A45CCD0F5313}" dt="2019-09-18T12:58:39.608" v="1844" actId="20577"/>
          <ac:spMkLst>
            <pc:docMk/>
            <pc:sldMk cId="1728106554" sldId="302"/>
            <ac:spMk id="2" creationId="{4F3368F2-FEA1-4A0B-84AA-DDC9A8E431F6}"/>
          </ac:spMkLst>
        </pc:spChg>
        <pc:spChg chg="del">
          <ac:chgData name="Marcin Bartosiak" userId="d01ed0f4ecfdbb64" providerId="LiveId" clId="{469E585D-6CFC-4A02-8C67-A45CCD0F5313}" dt="2019-09-18T12:58:43.566" v="1845" actId="478"/>
          <ac:spMkLst>
            <pc:docMk/>
            <pc:sldMk cId="1728106554" sldId="302"/>
            <ac:spMk id="3" creationId="{C22135AB-28FA-4CF5-A873-065FCB96CDEC}"/>
          </ac:spMkLst>
        </pc:spChg>
        <pc:spChg chg="del">
          <ac:chgData name="Marcin Bartosiak" userId="d01ed0f4ecfdbb64" providerId="LiveId" clId="{469E585D-6CFC-4A02-8C67-A45CCD0F5313}" dt="2019-09-18T12:59:13.101" v="1849" actId="478"/>
          <ac:spMkLst>
            <pc:docMk/>
            <pc:sldMk cId="1728106554" sldId="302"/>
            <ac:spMk id="4" creationId="{A2348979-0563-4DCA-A009-B52252587F5D}"/>
          </ac:spMkLst>
        </pc:spChg>
        <pc:spChg chg="del mod">
          <ac:chgData name="Marcin Bartosiak" userId="d01ed0f4ecfdbb64" providerId="LiveId" clId="{469E585D-6CFC-4A02-8C67-A45CCD0F5313}" dt="2019-09-18T12:59:06.236" v="1848" actId="478"/>
          <ac:spMkLst>
            <pc:docMk/>
            <pc:sldMk cId="1728106554" sldId="302"/>
            <ac:spMk id="5" creationId="{47E56572-8C5B-4941-9D10-5982FF6D0139}"/>
          </ac:spMkLst>
        </pc:spChg>
        <pc:spChg chg="add del mod ord">
          <ac:chgData name="Marcin Bartosiak" userId="d01ed0f4ecfdbb64" providerId="LiveId" clId="{469E585D-6CFC-4A02-8C67-A45CCD0F5313}" dt="2019-09-18T13:25:07.740" v="1850" actId="3680"/>
          <ac:spMkLst>
            <pc:docMk/>
            <pc:sldMk cId="1728106554" sldId="302"/>
            <ac:spMk id="7" creationId="{5F23518E-4045-46F2-A8C5-1C1F386A0E3B}"/>
          </ac:spMkLst>
        </pc:spChg>
        <pc:graphicFrameChg chg="add mod ord modGraphic">
          <ac:chgData name="Marcin Bartosiak" userId="d01ed0f4ecfdbb64" providerId="LiveId" clId="{469E585D-6CFC-4A02-8C67-A45CCD0F5313}" dt="2019-09-18T13:34:06.631" v="1896" actId="20577"/>
          <ac:graphicFrameMkLst>
            <pc:docMk/>
            <pc:sldMk cId="1728106554" sldId="302"/>
            <ac:graphicFrameMk id="8" creationId="{329409FE-6263-44C0-8110-0E4712288B8E}"/>
          </ac:graphicFrameMkLst>
        </pc:graphicFrameChg>
      </pc:sldChg>
      <pc:sldChg chg="del">
        <pc:chgData name="Marcin Bartosiak" userId="d01ed0f4ecfdbb64" providerId="LiveId" clId="{469E585D-6CFC-4A02-8C67-A45CCD0F5313}" dt="2019-09-18T13:40:28.903" v="2000" actId="2696"/>
        <pc:sldMkLst>
          <pc:docMk/>
          <pc:sldMk cId="3969929850" sldId="303"/>
        </pc:sldMkLst>
      </pc:sldChg>
      <pc:sldChg chg="del">
        <pc:chgData name="Marcin Bartosiak" userId="d01ed0f4ecfdbb64" providerId="LiveId" clId="{469E585D-6CFC-4A02-8C67-A45CCD0F5313}" dt="2019-09-18T13:40:29.080" v="2001" actId="2696"/>
        <pc:sldMkLst>
          <pc:docMk/>
          <pc:sldMk cId="2052016125" sldId="304"/>
        </pc:sldMkLst>
      </pc:sldChg>
      <pc:sldChg chg="del">
        <pc:chgData name="Marcin Bartosiak" userId="d01ed0f4ecfdbb64" providerId="LiveId" clId="{469E585D-6CFC-4A02-8C67-A45CCD0F5313}" dt="2019-09-18T13:40:29.244" v="2002" actId="2696"/>
        <pc:sldMkLst>
          <pc:docMk/>
          <pc:sldMk cId="2826527862" sldId="305"/>
        </pc:sldMkLst>
      </pc:sldChg>
      <pc:sldChg chg="del">
        <pc:chgData name="Marcin Bartosiak" userId="d01ed0f4ecfdbb64" providerId="LiveId" clId="{469E585D-6CFC-4A02-8C67-A45CCD0F5313}" dt="2019-09-18T13:40:32.290" v="2020" actId="2696"/>
        <pc:sldMkLst>
          <pc:docMk/>
          <pc:sldMk cId="1240982617" sldId="306"/>
        </pc:sldMkLst>
      </pc:sldChg>
      <pc:sldChg chg="del">
        <pc:chgData name="Marcin Bartosiak" userId="d01ed0f4ecfdbb64" providerId="LiveId" clId="{469E585D-6CFC-4A02-8C67-A45CCD0F5313}" dt="2019-09-18T13:40:32.145" v="2019" actId="2696"/>
        <pc:sldMkLst>
          <pc:docMk/>
          <pc:sldMk cId="257950390" sldId="307"/>
        </pc:sldMkLst>
      </pc:sldChg>
      <pc:sldChg chg="del">
        <pc:chgData name="Marcin Bartosiak" userId="d01ed0f4ecfdbb64" providerId="LiveId" clId="{469E585D-6CFC-4A02-8C67-A45CCD0F5313}" dt="2019-09-18T13:40:32.427" v="2021" actId="2696"/>
        <pc:sldMkLst>
          <pc:docMk/>
          <pc:sldMk cId="2278755099" sldId="311"/>
        </pc:sldMkLst>
      </pc:sldChg>
      <pc:sldChg chg="del">
        <pc:chgData name="Marcin Bartosiak" userId="d01ed0f4ecfdbb64" providerId="LiveId" clId="{469E585D-6CFC-4A02-8C67-A45CCD0F5313}" dt="2019-09-18T13:40:32.569" v="2022" actId="2696"/>
        <pc:sldMkLst>
          <pc:docMk/>
          <pc:sldMk cId="2578740611" sldId="312"/>
        </pc:sldMkLst>
      </pc:sldChg>
      <pc:sldChg chg="del">
        <pc:chgData name="Marcin Bartosiak" userId="d01ed0f4ecfdbb64" providerId="LiveId" clId="{469E585D-6CFC-4A02-8C67-A45CCD0F5313}" dt="2019-09-18T13:40:32.711" v="2023" actId="2696"/>
        <pc:sldMkLst>
          <pc:docMk/>
          <pc:sldMk cId="2299565013" sldId="313"/>
        </pc:sldMkLst>
      </pc:sldChg>
      <pc:sldChg chg="del">
        <pc:chgData name="Marcin Bartosiak" userId="d01ed0f4ecfdbb64" providerId="LiveId" clId="{469E585D-6CFC-4A02-8C67-A45CCD0F5313}" dt="2019-09-18T13:40:32.846" v="2024" actId="2696"/>
        <pc:sldMkLst>
          <pc:docMk/>
          <pc:sldMk cId="835562961" sldId="314"/>
        </pc:sldMkLst>
      </pc:sldChg>
      <pc:sldChg chg="del">
        <pc:chgData name="Marcin Bartosiak" userId="d01ed0f4ecfdbb64" providerId="LiveId" clId="{469E585D-6CFC-4A02-8C67-A45CCD0F5313}" dt="2019-09-18T13:40:32.985" v="2025" actId="2696"/>
        <pc:sldMkLst>
          <pc:docMk/>
          <pc:sldMk cId="252584417" sldId="315"/>
        </pc:sldMkLst>
      </pc:sldChg>
      <pc:sldChg chg="del">
        <pc:chgData name="Marcin Bartosiak" userId="d01ed0f4ecfdbb64" providerId="LiveId" clId="{469E585D-6CFC-4A02-8C67-A45CCD0F5313}" dt="2019-09-18T13:40:33.127" v="2026" actId="2696"/>
        <pc:sldMkLst>
          <pc:docMk/>
          <pc:sldMk cId="1511338405" sldId="316"/>
        </pc:sldMkLst>
      </pc:sldChg>
      <pc:sldChg chg="del">
        <pc:chgData name="Marcin Bartosiak" userId="d01ed0f4ecfdbb64" providerId="LiveId" clId="{469E585D-6CFC-4A02-8C67-A45CCD0F5313}" dt="2019-09-18T13:40:33.283" v="2027" actId="2696"/>
        <pc:sldMkLst>
          <pc:docMk/>
          <pc:sldMk cId="3085926828" sldId="317"/>
        </pc:sldMkLst>
      </pc:sldChg>
      <pc:sldChg chg="del">
        <pc:chgData name="Marcin Bartosiak" userId="d01ed0f4ecfdbb64" providerId="LiveId" clId="{469E585D-6CFC-4A02-8C67-A45CCD0F5313}" dt="2019-09-18T13:40:33.427" v="2028" actId="2696"/>
        <pc:sldMkLst>
          <pc:docMk/>
          <pc:sldMk cId="2724202425" sldId="318"/>
        </pc:sldMkLst>
      </pc:sldChg>
      <pc:sldChg chg="del">
        <pc:chgData name="Marcin Bartosiak" userId="d01ed0f4ecfdbb64" providerId="LiveId" clId="{469E585D-6CFC-4A02-8C67-A45CCD0F5313}" dt="2019-09-18T13:40:33.574" v="2029" actId="2696"/>
        <pc:sldMkLst>
          <pc:docMk/>
          <pc:sldMk cId="1175265969" sldId="319"/>
        </pc:sldMkLst>
      </pc:sldChg>
      <pc:sldChg chg="del">
        <pc:chgData name="Marcin Bartosiak" userId="d01ed0f4ecfdbb64" providerId="LiveId" clId="{469E585D-6CFC-4A02-8C67-A45CCD0F5313}" dt="2019-09-18T13:40:34.068" v="2032" actId="2696"/>
        <pc:sldMkLst>
          <pc:docMk/>
          <pc:sldMk cId="1142536149" sldId="321"/>
        </pc:sldMkLst>
      </pc:sldChg>
      <pc:sldChg chg="del">
        <pc:chgData name="Marcin Bartosiak" userId="d01ed0f4ecfdbb64" providerId="LiveId" clId="{469E585D-6CFC-4A02-8C67-A45CCD0F5313}" dt="2019-09-18T13:40:36.299" v="2046" actId="2696"/>
        <pc:sldMkLst>
          <pc:docMk/>
          <pc:sldMk cId="4041328798" sldId="322"/>
        </pc:sldMkLst>
      </pc:sldChg>
      <pc:sldChg chg="del">
        <pc:chgData name="Marcin Bartosiak" userId="d01ed0f4ecfdbb64" providerId="LiveId" clId="{469E585D-6CFC-4A02-8C67-A45CCD0F5313}" dt="2019-09-18T13:40:33.709" v="2030" actId="2696"/>
        <pc:sldMkLst>
          <pc:docMk/>
          <pc:sldMk cId="716284696" sldId="323"/>
        </pc:sldMkLst>
      </pc:sldChg>
      <pc:sldChg chg="del">
        <pc:chgData name="Marcin Bartosiak" userId="d01ed0f4ecfdbb64" providerId="LiveId" clId="{469E585D-6CFC-4A02-8C67-A45CCD0F5313}" dt="2019-09-18T13:40:34.060" v="2031" actId="2696"/>
        <pc:sldMkLst>
          <pc:docMk/>
          <pc:sldMk cId="1617454790" sldId="324"/>
        </pc:sldMkLst>
      </pc:sldChg>
      <pc:sldChg chg="del">
        <pc:chgData name="Marcin Bartosiak" userId="d01ed0f4ecfdbb64" providerId="LiveId" clId="{469E585D-6CFC-4A02-8C67-A45CCD0F5313}" dt="2019-09-18T13:40:35.975" v="2044" actId="2696"/>
        <pc:sldMkLst>
          <pc:docMk/>
          <pc:sldMk cId="837473074" sldId="356"/>
        </pc:sldMkLst>
      </pc:sldChg>
      <pc:sldChg chg="del">
        <pc:chgData name="Marcin Bartosiak" userId="d01ed0f4ecfdbb64" providerId="LiveId" clId="{469E585D-6CFC-4A02-8C67-A45CCD0F5313}" dt="2019-09-18T13:40:34.838" v="2037" actId="2696"/>
        <pc:sldMkLst>
          <pc:docMk/>
          <pc:sldMk cId="2753124387" sldId="358"/>
        </pc:sldMkLst>
      </pc:sldChg>
      <pc:sldChg chg="del">
        <pc:chgData name="Marcin Bartosiak" userId="d01ed0f4ecfdbb64" providerId="LiveId" clId="{469E585D-6CFC-4A02-8C67-A45CCD0F5313}" dt="2019-09-18T13:40:34.984" v="2038" actId="2696"/>
        <pc:sldMkLst>
          <pc:docMk/>
          <pc:sldMk cId="3754772968" sldId="359"/>
        </pc:sldMkLst>
      </pc:sldChg>
      <pc:sldChg chg="del">
        <pc:chgData name="Marcin Bartosiak" userId="d01ed0f4ecfdbb64" providerId="LiveId" clId="{469E585D-6CFC-4A02-8C67-A45CCD0F5313}" dt="2019-09-18T13:40:35.165" v="2039" actId="2696"/>
        <pc:sldMkLst>
          <pc:docMk/>
          <pc:sldMk cId="3684922936" sldId="360"/>
        </pc:sldMkLst>
      </pc:sldChg>
      <pc:sldChg chg="del">
        <pc:chgData name="Marcin Bartosiak" userId="d01ed0f4ecfdbb64" providerId="LiveId" clId="{469E585D-6CFC-4A02-8C67-A45CCD0F5313}" dt="2019-09-18T13:40:35.338" v="2040" actId="2696"/>
        <pc:sldMkLst>
          <pc:docMk/>
          <pc:sldMk cId="3915533703" sldId="361"/>
        </pc:sldMkLst>
      </pc:sldChg>
      <pc:sldChg chg="del">
        <pc:chgData name="Marcin Bartosiak" userId="d01ed0f4ecfdbb64" providerId="LiveId" clId="{469E585D-6CFC-4A02-8C67-A45CCD0F5313}" dt="2019-09-18T13:40:35.820" v="2043" actId="2696"/>
        <pc:sldMkLst>
          <pc:docMk/>
          <pc:sldMk cId="3435365616" sldId="362"/>
        </pc:sldMkLst>
      </pc:sldChg>
      <pc:sldChg chg="del">
        <pc:chgData name="Marcin Bartosiak" userId="d01ed0f4ecfdbb64" providerId="LiveId" clId="{469E585D-6CFC-4A02-8C67-A45CCD0F5313}" dt="2019-09-18T13:40:34.414" v="2035" actId="2696"/>
        <pc:sldMkLst>
          <pc:docMk/>
          <pc:sldMk cId="669027749" sldId="363"/>
        </pc:sldMkLst>
      </pc:sldChg>
      <pc:sldChg chg="del">
        <pc:chgData name="Marcin Bartosiak" userId="d01ed0f4ecfdbb64" providerId="LiveId" clId="{469E585D-6CFC-4A02-8C67-A45CCD0F5313}" dt="2019-09-18T13:40:29.403" v="2003" actId="2696"/>
        <pc:sldMkLst>
          <pc:docMk/>
          <pc:sldMk cId="3255636573" sldId="364"/>
        </pc:sldMkLst>
      </pc:sldChg>
      <pc:sldChg chg="del">
        <pc:chgData name="Marcin Bartosiak" userId="d01ed0f4ecfdbb64" providerId="LiveId" clId="{469E585D-6CFC-4A02-8C67-A45CCD0F5313}" dt="2019-09-18T13:40:29.718" v="2005" actId="2696"/>
        <pc:sldMkLst>
          <pc:docMk/>
          <pc:sldMk cId="3325877721" sldId="365"/>
        </pc:sldMkLst>
      </pc:sldChg>
      <pc:sldChg chg="del">
        <pc:chgData name="Marcin Bartosiak" userId="d01ed0f4ecfdbb64" providerId="LiveId" clId="{469E585D-6CFC-4A02-8C67-A45CCD0F5313}" dt="2019-09-18T13:40:29.870" v="2006" actId="2696"/>
        <pc:sldMkLst>
          <pc:docMk/>
          <pc:sldMk cId="2584379229" sldId="366"/>
        </pc:sldMkLst>
      </pc:sldChg>
      <pc:sldChg chg="del">
        <pc:chgData name="Marcin Bartosiak" userId="d01ed0f4ecfdbb64" providerId="LiveId" clId="{469E585D-6CFC-4A02-8C67-A45CCD0F5313}" dt="2019-09-18T13:40:29.562" v="2004" actId="2696"/>
        <pc:sldMkLst>
          <pc:docMk/>
          <pc:sldMk cId="2066664418" sldId="367"/>
        </pc:sldMkLst>
      </pc:sldChg>
      <pc:sldChg chg="del">
        <pc:chgData name="Marcin Bartosiak" userId="d01ed0f4ecfdbb64" providerId="LiveId" clId="{469E585D-6CFC-4A02-8C67-A45CCD0F5313}" dt="2019-09-18T13:40:30.025" v="2007" actId="2696"/>
        <pc:sldMkLst>
          <pc:docMk/>
          <pc:sldMk cId="1334091021" sldId="370"/>
        </pc:sldMkLst>
      </pc:sldChg>
      <pc:sldChg chg="del">
        <pc:chgData name="Marcin Bartosiak" userId="d01ed0f4ecfdbb64" providerId="LiveId" clId="{469E585D-6CFC-4A02-8C67-A45CCD0F5313}" dt="2019-09-18T13:40:30.180" v="2008" actId="2696"/>
        <pc:sldMkLst>
          <pc:docMk/>
          <pc:sldMk cId="1081231265" sldId="371"/>
        </pc:sldMkLst>
      </pc:sldChg>
      <pc:sldChg chg="del">
        <pc:chgData name="Marcin Bartosiak" userId="d01ed0f4ecfdbb64" providerId="LiveId" clId="{469E585D-6CFC-4A02-8C67-A45CCD0F5313}" dt="2019-09-18T13:40:30.576" v="2009" actId="2696"/>
        <pc:sldMkLst>
          <pc:docMk/>
          <pc:sldMk cId="2593352702" sldId="372"/>
        </pc:sldMkLst>
      </pc:sldChg>
      <pc:sldChg chg="del">
        <pc:chgData name="Marcin Bartosiak" userId="d01ed0f4ecfdbb64" providerId="LiveId" clId="{469E585D-6CFC-4A02-8C67-A45CCD0F5313}" dt="2019-09-18T13:40:30.899" v="2010" actId="2696"/>
        <pc:sldMkLst>
          <pc:docMk/>
          <pc:sldMk cId="4279424318" sldId="373"/>
        </pc:sldMkLst>
      </pc:sldChg>
      <pc:sldChg chg="del">
        <pc:chgData name="Marcin Bartosiak" userId="d01ed0f4ecfdbb64" providerId="LiveId" clId="{469E585D-6CFC-4A02-8C67-A45CCD0F5313}" dt="2019-09-18T13:40:31.039" v="2011" actId="2696"/>
        <pc:sldMkLst>
          <pc:docMk/>
          <pc:sldMk cId="3964637053" sldId="374"/>
        </pc:sldMkLst>
      </pc:sldChg>
      <pc:sldChg chg="del">
        <pc:chgData name="Marcin Bartosiak" userId="d01ed0f4ecfdbb64" providerId="LiveId" clId="{469E585D-6CFC-4A02-8C67-A45CCD0F5313}" dt="2019-09-18T13:40:31.187" v="2012" actId="2696"/>
        <pc:sldMkLst>
          <pc:docMk/>
          <pc:sldMk cId="2302573522" sldId="375"/>
        </pc:sldMkLst>
      </pc:sldChg>
      <pc:sldChg chg="del">
        <pc:chgData name="Marcin Bartosiak" userId="d01ed0f4ecfdbb64" providerId="LiveId" clId="{469E585D-6CFC-4A02-8C67-A45CCD0F5313}" dt="2019-09-18T13:40:31.332" v="2013" actId="2696"/>
        <pc:sldMkLst>
          <pc:docMk/>
          <pc:sldMk cId="1101127164" sldId="376"/>
        </pc:sldMkLst>
      </pc:sldChg>
      <pc:sldChg chg="del">
        <pc:chgData name="Marcin Bartosiak" userId="d01ed0f4ecfdbb64" providerId="LiveId" clId="{469E585D-6CFC-4A02-8C67-A45CCD0F5313}" dt="2019-09-18T13:40:31.481" v="2014" actId="2696"/>
        <pc:sldMkLst>
          <pc:docMk/>
          <pc:sldMk cId="3325728753" sldId="377"/>
        </pc:sldMkLst>
      </pc:sldChg>
      <pc:sldChg chg="del">
        <pc:chgData name="Marcin Bartosiak" userId="d01ed0f4ecfdbb64" providerId="LiveId" clId="{469E585D-6CFC-4A02-8C67-A45CCD0F5313}" dt="2019-09-18T13:40:31.618" v="2015" actId="2696"/>
        <pc:sldMkLst>
          <pc:docMk/>
          <pc:sldMk cId="2847864912" sldId="378"/>
        </pc:sldMkLst>
      </pc:sldChg>
      <pc:sldChg chg="del">
        <pc:chgData name="Marcin Bartosiak" userId="d01ed0f4ecfdbb64" providerId="LiveId" clId="{469E585D-6CFC-4A02-8C67-A45CCD0F5313}" dt="2019-09-18T13:40:31.750" v="2016" actId="2696"/>
        <pc:sldMkLst>
          <pc:docMk/>
          <pc:sldMk cId="635667128" sldId="379"/>
        </pc:sldMkLst>
      </pc:sldChg>
      <pc:sldChg chg="del">
        <pc:chgData name="Marcin Bartosiak" userId="d01ed0f4ecfdbb64" providerId="LiveId" clId="{469E585D-6CFC-4A02-8C67-A45CCD0F5313}" dt="2019-09-18T13:40:31.886" v="2017" actId="2696"/>
        <pc:sldMkLst>
          <pc:docMk/>
          <pc:sldMk cId="1094884231" sldId="380"/>
        </pc:sldMkLst>
      </pc:sldChg>
      <pc:sldChg chg="del">
        <pc:chgData name="Marcin Bartosiak" userId="d01ed0f4ecfdbb64" providerId="LiveId" clId="{469E585D-6CFC-4A02-8C67-A45CCD0F5313}" dt="2019-09-18T13:40:32.010" v="2018" actId="2696"/>
        <pc:sldMkLst>
          <pc:docMk/>
          <pc:sldMk cId="1857442849" sldId="381"/>
        </pc:sldMkLst>
      </pc:sldChg>
      <pc:sldChg chg="modSp add modTransition">
        <pc:chgData name="Marcin Bartosiak" userId="d01ed0f4ecfdbb64" providerId="LiveId" clId="{469E585D-6CFC-4A02-8C67-A45CCD0F5313}" dt="2019-09-18T08:12:14.005" v="368"/>
        <pc:sldMkLst>
          <pc:docMk/>
          <pc:sldMk cId="1322509830" sldId="382"/>
        </pc:sldMkLst>
        <pc:spChg chg="mod">
          <ac:chgData name="Marcin Bartosiak" userId="d01ed0f4ecfdbb64" providerId="LiveId" clId="{469E585D-6CFC-4A02-8C67-A45CCD0F5313}" dt="2019-08-23T18:13:36.258" v="82"/>
          <ac:spMkLst>
            <pc:docMk/>
            <pc:sldMk cId="1322509830" sldId="382"/>
            <ac:spMk id="3" creationId="{038A99B9-8546-432D-ACBD-F2E2392FD896}"/>
          </ac:spMkLst>
        </pc:spChg>
      </pc:sldChg>
      <pc:sldChg chg="addSp modSp add modTransition">
        <pc:chgData name="Marcin Bartosiak" userId="d01ed0f4ecfdbb64" providerId="LiveId" clId="{469E585D-6CFC-4A02-8C67-A45CCD0F5313}" dt="2019-09-18T08:11:54.297" v="367"/>
        <pc:sldMkLst>
          <pc:docMk/>
          <pc:sldMk cId="5262800" sldId="383"/>
        </pc:sldMkLst>
        <pc:spChg chg="mod">
          <ac:chgData name="Marcin Bartosiak" userId="d01ed0f4ecfdbb64" providerId="LiveId" clId="{469E585D-6CFC-4A02-8C67-A45CCD0F5313}" dt="2019-08-23T18:14:47.405" v="90" actId="113"/>
          <ac:spMkLst>
            <pc:docMk/>
            <pc:sldMk cId="5262800" sldId="383"/>
            <ac:spMk id="3" creationId="{038A99B9-8546-432D-ACBD-F2E2392FD896}"/>
          </ac:spMkLst>
        </pc:spChg>
        <pc:picChg chg="add mod">
          <ac:chgData name="Marcin Bartosiak" userId="d01ed0f4ecfdbb64" providerId="LiveId" clId="{469E585D-6CFC-4A02-8C67-A45CCD0F5313}" dt="2019-08-23T18:15:18.475" v="93" actId="14100"/>
          <ac:picMkLst>
            <pc:docMk/>
            <pc:sldMk cId="5262800" sldId="383"/>
            <ac:picMk id="4" creationId="{CF8B71B6-DC55-43A6-9B54-6010A29FAB97}"/>
          </ac:picMkLst>
        </pc:picChg>
      </pc:sldChg>
      <pc:sldChg chg="modSp add">
        <pc:chgData name="Marcin Bartosiak" userId="d01ed0f4ecfdbb64" providerId="LiveId" clId="{469E585D-6CFC-4A02-8C67-A45CCD0F5313}" dt="2019-08-23T19:03:13.440" v="295" actId="404"/>
        <pc:sldMkLst>
          <pc:docMk/>
          <pc:sldMk cId="1582975864" sldId="384"/>
        </pc:sldMkLst>
        <pc:spChg chg="mod">
          <ac:chgData name="Marcin Bartosiak" userId="d01ed0f4ecfdbb64" providerId="LiveId" clId="{469E585D-6CFC-4A02-8C67-A45CCD0F5313}" dt="2019-08-23T19:02:59.112" v="292"/>
          <ac:spMkLst>
            <pc:docMk/>
            <pc:sldMk cId="1582975864" sldId="384"/>
            <ac:spMk id="2" creationId="{668614E7-EED8-42D1-AA65-CE1ACBEB9A54}"/>
          </ac:spMkLst>
        </pc:spChg>
        <pc:spChg chg="mod">
          <ac:chgData name="Marcin Bartosiak" userId="d01ed0f4ecfdbb64" providerId="LiveId" clId="{469E585D-6CFC-4A02-8C67-A45CCD0F5313}" dt="2019-08-23T19:03:13.440" v="295" actId="404"/>
          <ac:spMkLst>
            <pc:docMk/>
            <pc:sldMk cId="1582975864" sldId="384"/>
            <ac:spMk id="3" creationId="{038A99B9-8546-432D-ACBD-F2E2392FD896}"/>
          </ac:spMkLst>
        </pc:spChg>
      </pc:sldChg>
      <pc:sldChg chg="addSp delSp modSp add del">
        <pc:chgData name="Marcin Bartosiak" userId="d01ed0f4ecfdbb64" providerId="LiveId" clId="{469E585D-6CFC-4A02-8C67-A45CCD0F5313}" dt="2019-09-18T09:31:32.259" v="509" actId="2696"/>
        <pc:sldMkLst>
          <pc:docMk/>
          <pc:sldMk cId="209147315" sldId="385"/>
        </pc:sldMkLst>
        <pc:spChg chg="mod">
          <ac:chgData name="Marcin Bartosiak" userId="d01ed0f4ecfdbb64" providerId="LiveId" clId="{469E585D-6CFC-4A02-8C67-A45CCD0F5313}" dt="2019-08-23T19:51:16.399" v="359"/>
          <ac:spMkLst>
            <pc:docMk/>
            <pc:sldMk cId="209147315" sldId="385"/>
            <ac:spMk id="2" creationId="{668614E7-EED8-42D1-AA65-CE1ACBEB9A54}"/>
          </ac:spMkLst>
        </pc:spChg>
        <pc:spChg chg="del">
          <ac:chgData name="Marcin Bartosiak" userId="d01ed0f4ecfdbb64" providerId="LiveId" clId="{469E585D-6CFC-4A02-8C67-A45CCD0F5313}" dt="2019-08-23T19:52:10.687" v="362" actId="478"/>
          <ac:spMkLst>
            <pc:docMk/>
            <pc:sldMk cId="209147315" sldId="385"/>
            <ac:spMk id="3" creationId="{038A99B9-8546-432D-ACBD-F2E2392FD896}"/>
          </ac:spMkLst>
        </pc:spChg>
        <pc:spChg chg="add del mod">
          <ac:chgData name="Marcin Bartosiak" userId="d01ed0f4ecfdbb64" providerId="LiveId" clId="{469E585D-6CFC-4A02-8C67-A45CCD0F5313}" dt="2019-08-23T19:52:15.312" v="365" actId="478"/>
          <ac:spMkLst>
            <pc:docMk/>
            <pc:sldMk cId="209147315" sldId="385"/>
            <ac:spMk id="5" creationId="{BF537718-B66C-4220-8530-293070513F31}"/>
          </ac:spMkLst>
        </pc:spChg>
        <pc:spChg chg="add del">
          <ac:chgData name="Marcin Bartosiak" userId="d01ed0f4ecfdbb64" providerId="LiveId" clId="{469E585D-6CFC-4A02-8C67-A45CCD0F5313}" dt="2019-08-23T19:52:12.406" v="364"/>
          <ac:spMkLst>
            <pc:docMk/>
            <pc:sldMk cId="209147315" sldId="385"/>
            <ac:spMk id="6" creationId="{E4246961-2F9E-4372-99AD-EF9E46A82F1F}"/>
          </ac:spMkLst>
        </pc:spChg>
        <pc:spChg chg="add">
          <ac:chgData name="Marcin Bartosiak" userId="d01ed0f4ecfdbb64" providerId="LiveId" clId="{469E585D-6CFC-4A02-8C67-A45CCD0F5313}" dt="2019-08-23T19:52:16.235" v="366"/>
          <ac:spMkLst>
            <pc:docMk/>
            <pc:sldMk cId="209147315" sldId="385"/>
            <ac:spMk id="7" creationId="{E364865C-57B5-4C29-8E3E-7F08A61A60B7}"/>
          </ac:spMkLst>
        </pc:spChg>
      </pc:sldChg>
      <pc:sldChg chg="modSp add">
        <pc:chgData name="Marcin Bartosiak" userId="d01ed0f4ecfdbb64" providerId="LiveId" clId="{469E585D-6CFC-4A02-8C67-A45CCD0F5313}" dt="2019-09-18T09:55:16.382" v="844" actId="20577"/>
        <pc:sldMkLst>
          <pc:docMk/>
          <pc:sldMk cId="1099971473" sldId="386"/>
        </pc:sldMkLst>
        <pc:spChg chg="mod">
          <ac:chgData name="Marcin Bartosiak" userId="d01ed0f4ecfdbb64" providerId="LiveId" clId="{469E585D-6CFC-4A02-8C67-A45CCD0F5313}" dt="2019-09-18T09:32:05.210" v="539"/>
          <ac:spMkLst>
            <pc:docMk/>
            <pc:sldMk cId="1099971473" sldId="386"/>
            <ac:spMk id="2" creationId="{668614E7-EED8-42D1-AA65-CE1ACBEB9A54}"/>
          </ac:spMkLst>
        </pc:spChg>
        <pc:spChg chg="mod">
          <ac:chgData name="Marcin Bartosiak" userId="d01ed0f4ecfdbb64" providerId="LiveId" clId="{469E585D-6CFC-4A02-8C67-A45CCD0F5313}" dt="2019-09-18T09:55:16.382" v="844" actId="20577"/>
          <ac:spMkLst>
            <pc:docMk/>
            <pc:sldMk cId="1099971473" sldId="386"/>
            <ac:spMk id="3" creationId="{038A99B9-8546-432D-ACBD-F2E2392FD896}"/>
          </ac:spMkLst>
        </pc:spChg>
      </pc:sldChg>
      <pc:sldChg chg="addSp delSp modSp add modTransition">
        <pc:chgData name="Marcin Bartosiak" userId="d01ed0f4ecfdbb64" providerId="LiveId" clId="{469E585D-6CFC-4A02-8C67-A45CCD0F5313}" dt="2019-09-18T08:11:54.297" v="367"/>
        <pc:sldMkLst>
          <pc:docMk/>
          <pc:sldMk cId="357001541" sldId="387"/>
        </pc:sldMkLst>
        <pc:picChg chg="add del">
          <ac:chgData name="Marcin Bartosiak" userId="d01ed0f4ecfdbb64" providerId="LiveId" clId="{469E585D-6CFC-4A02-8C67-A45CCD0F5313}" dt="2019-08-23T18:16:31.091" v="105" actId="478"/>
          <ac:picMkLst>
            <pc:docMk/>
            <pc:sldMk cId="357001541" sldId="387"/>
            <ac:picMk id="4" creationId="{CF8B71B6-DC55-43A6-9B54-6010A29FAB97}"/>
          </ac:picMkLst>
        </pc:picChg>
        <pc:picChg chg="add del">
          <ac:chgData name="Marcin Bartosiak" userId="d01ed0f4ecfdbb64" providerId="LiveId" clId="{469E585D-6CFC-4A02-8C67-A45CCD0F5313}" dt="2019-08-23T18:16:04.730" v="98"/>
          <ac:picMkLst>
            <pc:docMk/>
            <pc:sldMk cId="357001541" sldId="387"/>
            <ac:picMk id="5" creationId="{4F1F9E4E-305D-4526-A1AF-6605992BB65F}"/>
          </ac:picMkLst>
        </pc:picChg>
        <pc:picChg chg="add mod">
          <ac:chgData name="Marcin Bartosiak" userId="d01ed0f4ecfdbb64" providerId="LiveId" clId="{469E585D-6CFC-4A02-8C67-A45CCD0F5313}" dt="2019-08-23T18:16:46.129" v="107" actId="1076"/>
          <ac:picMkLst>
            <pc:docMk/>
            <pc:sldMk cId="357001541" sldId="387"/>
            <ac:picMk id="6" creationId="{9A00F695-7A02-4C7E-85EE-07C51BCF1409}"/>
          </ac:picMkLst>
        </pc:picChg>
      </pc:sldChg>
      <pc:sldChg chg="addSp delSp modSp add modTransition">
        <pc:chgData name="Marcin Bartosiak" userId="d01ed0f4ecfdbb64" providerId="LiveId" clId="{469E585D-6CFC-4A02-8C67-A45CCD0F5313}" dt="2019-09-18T08:11:54.297" v="367"/>
        <pc:sldMkLst>
          <pc:docMk/>
          <pc:sldMk cId="1707549487" sldId="388"/>
        </pc:sldMkLst>
        <pc:picChg chg="add mod">
          <ac:chgData name="Marcin Bartosiak" userId="d01ed0f4ecfdbb64" providerId="LiveId" clId="{469E585D-6CFC-4A02-8C67-A45CCD0F5313}" dt="2019-08-23T18:17:48.200" v="132" actId="1037"/>
          <ac:picMkLst>
            <pc:docMk/>
            <pc:sldMk cId="1707549487" sldId="388"/>
            <ac:picMk id="5" creationId="{15739382-D7D9-4F43-9800-327C53B2FA0C}"/>
          </ac:picMkLst>
        </pc:picChg>
        <pc:picChg chg="del">
          <ac:chgData name="Marcin Bartosiak" userId="d01ed0f4ecfdbb64" providerId="LiveId" clId="{469E585D-6CFC-4A02-8C67-A45CCD0F5313}" dt="2019-08-23T18:17:42.585" v="121" actId="478"/>
          <ac:picMkLst>
            <pc:docMk/>
            <pc:sldMk cId="1707549487" sldId="388"/>
            <ac:picMk id="6" creationId="{9A00F695-7A02-4C7E-85EE-07C51BCF1409}"/>
          </ac:picMkLst>
        </pc:picChg>
      </pc:sldChg>
      <pc:sldChg chg="addSp delSp modSp add modTransition">
        <pc:chgData name="Marcin Bartosiak" userId="d01ed0f4ecfdbb64" providerId="LiveId" clId="{469E585D-6CFC-4A02-8C67-A45CCD0F5313}" dt="2019-09-18T08:11:54.297" v="367"/>
        <pc:sldMkLst>
          <pc:docMk/>
          <pc:sldMk cId="492012323" sldId="389"/>
        </pc:sldMkLst>
        <pc:picChg chg="del">
          <ac:chgData name="Marcin Bartosiak" userId="d01ed0f4ecfdbb64" providerId="LiveId" clId="{469E585D-6CFC-4A02-8C67-A45CCD0F5313}" dt="2019-08-23T18:18:52.062" v="136" actId="478"/>
          <ac:picMkLst>
            <pc:docMk/>
            <pc:sldMk cId="492012323" sldId="389"/>
            <ac:picMk id="5" creationId="{15739382-D7D9-4F43-9800-327C53B2FA0C}"/>
          </ac:picMkLst>
        </pc:picChg>
        <pc:picChg chg="add mod">
          <ac:chgData name="Marcin Bartosiak" userId="d01ed0f4ecfdbb64" providerId="LiveId" clId="{469E585D-6CFC-4A02-8C67-A45CCD0F5313}" dt="2019-08-23T18:19:02.704" v="137" actId="14100"/>
          <ac:picMkLst>
            <pc:docMk/>
            <pc:sldMk cId="492012323" sldId="389"/>
            <ac:picMk id="6" creationId="{69B915AC-751B-40FF-8DFB-6577EF193DD1}"/>
          </ac:picMkLst>
        </pc:picChg>
      </pc:sldChg>
      <pc:sldChg chg="add modTransition">
        <pc:chgData name="Marcin Bartosiak" userId="d01ed0f4ecfdbb64" providerId="LiveId" clId="{469E585D-6CFC-4A02-8C67-A45CCD0F5313}" dt="2019-09-18T08:11:54.297" v="367"/>
        <pc:sldMkLst>
          <pc:docMk/>
          <pc:sldMk cId="1231743430" sldId="390"/>
        </pc:sldMkLst>
      </pc:sldChg>
      <pc:sldChg chg="addSp delSp modSp add modTransition">
        <pc:chgData name="Marcin Bartosiak" userId="d01ed0f4ecfdbb64" providerId="LiveId" clId="{469E585D-6CFC-4A02-8C67-A45CCD0F5313}" dt="2019-09-18T08:11:54.297" v="367"/>
        <pc:sldMkLst>
          <pc:docMk/>
          <pc:sldMk cId="3821895457" sldId="391"/>
        </pc:sldMkLst>
        <pc:picChg chg="add mod">
          <ac:chgData name="Marcin Bartosiak" userId="d01ed0f4ecfdbb64" providerId="LiveId" clId="{469E585D-6CFC-4A02-8C67-A45CCD0F5313}" dt="2019-08-23T18:23:42.883" v="159" actId="14100"/>
          <ac:picMkLst>
            <pc:docMk/>
            <pc:sldMk cId="3821895457" sldId="391"/>
            <ac:picMk id="5" creationId="{BFC133AD-35E9-49AC-A177-046D10BB25E3}"/>
          </ac:picMkLst>
        </pc:picChg>
        <pc:picChg chg="del">
          <ac:chgData name="Marcin Bartosiak" userId="d01ed0f4ecfdbb64" providerId="LiveId" clId="{469E585D-6CFC-4A02-8C67-A45CCD0F5313}" dt="2019-08-23T18:23:29.308" v="158" actId="478"/>
          <ac:picMkLst>
            <pc:docMk/>
            <pc:sldMk cId="3821895457" sldId="391"/>
            <ac:picMk id="6" creationId="{69B915AC-751B-40FF-8DFB-6577EF193DD1}"/>
          </ac:picMkLst>
        </pc:picChg>
      </pc:sldChg>
      <pc:sldChg chg="add del setBg">
        <pc:chgData name="Marcin Bartosiak" userId="d01ed0f4ecfdbb64" providerId="LiveId" clId="{469E585D-6CFC-4A02-8C67-A45CCD0F5313}" dt="2019-08-23T18:21:31.693" v="140"/>
        <pc:sldMkLst>
          <pc:docMk/>
          <pc:sldMk cId="3890127688" sldId="391"/>
        </pc:sldMkLst>
      </pc:sldChg>
      <pc:sldChg chg="addSp delSp modSp add del">
        <pc:chgData name="Marcin Bartosiak" userId="d01ed0f4ecfdbb64" providerId="LiveId" clId="{469E585D-6CFC-4A02-8C67-A45CCD0F5313}" dt="2019-08-23T18:42:32.523" v="250" actId="2696"/>
        <pc:sldMkLst>
          <pc:docMk/>
          <pc:sldMk cId="3043278834" sldId="392"/>
        </pc:sldMkLst>
        <pc:spChg chg="mod">
          <ac:chgData name="Marcin Bartosiak" userId="d01ed0f4ecfdbb64" providerId="LiveId" clId="{469E585D-6CFC-4A02-8C67-A45CCD0F5313}" dt="2019-08-23T18:23:11.951" v="155" actId="20577"/>
          <ac:spMkLst>
            <pc:docMk/>
            <pc:sldMk cId="3043278834" sldId="392"/>
            <ac:spMk id="3" creationId="{038A99B9-8546-432D-ACBD-F2E2392FD896}"/>
          </ac:spMkLst>
        </pc:spChg>
        <pc:picChg chg="del">
          <ac:chgData name="Marcin Bartosiak" userId="d01ed0f4ecfdbb64" providerId="LiveId" clId="{469E585D-6CFC-4A02-8C67-A45CCD0F5313}" dt="2019-08-23T18:23:55.200" v="161" actId="478"/>
          <ac:picMkLst>
            <pc:docMk/>
            <pc:sldMk cId="3043278834" sldId="392"/>
            <ac:picMk id="5" creationId="{BFC133AD-35E9-49AC-A177-046D10BB25E3}"/>
          </ac:picMkLst>
        </pc:picChg>
        <pc:picChg chg="del">
          <ac:chgData name="Marcin Bartosiak" userId="d01ed0f4ecfdbb64" providerId="LiveId" clId="{469E585D-6CFC-4A02-8C67-A45CCD0F5313}" dt="2019-08-23T18:24:23.325" v="167" actId="478"/>
          <ac:picMkLst>
            <pc:docMk/>
            <pc:sldMk cId="3043278834" sldId="392"/>
            <ac:picMk id="6" creationId="{69B915AC-751B-40FF-8DFB-6577EF193DD1}"/>
          </ac:picMkLst>
        </pc:picChg>
        <pc:picChg chg="add del">
          <ac:chgData name="Marcin Bartosiak" userId="d01ed0f4ecfdbb64" providerId="LiveId" clId="{469E585D-6CFC-4A02-8C67-A45CCD0F5313}" dt="2019-08-23T18:23:19.090" v="157"/>
          <ac:picMkLst>
            <pc:docMk/>
            <pc:sldMk cId="3043278834" sldId="392"/>
            <ac:picMk id="7" creationId="{0F4DFC72-A5E5-4218-8A9B-C4D449703B85}"/>
          </ac:picMkLst>
        </pc:picChg>
        <pc:picChg chg="add del mod">
          <ac:chgData name="Marcin Bartosiak" userId="d01ed0f4ecfdbb64" providerId="LiveId" clId="{469E585D-6CFC-4A02-8C67-A45CCD0F5313}" dt="2019-08-23T18:24:39.741" v="170" actId="478"/>
          <ac:picMkLst>
            <pc:docMk/>
            <pc:sldMk cId="3043278834" sldId="392"/>
            <ac:picMk id="8" creationId="{14DD1D4F-DED9-4535-A997-8C242143E06D}"/>
          </ac:picMkLst>
        </pc:picChg>
      </pc:sldChg>
      <pc:sldChg chg="add modTransition">
        <pc:chgData name="Marcin Bartosiak" userId="d01ed0f4ecfdbb64" providerId="LiveId" clId="{469E585D-6CFC-4A02-8C67-A45CCD0F5313}" dt="2019-09-18T08:11:54.297" v="367"/>
        <pc:sldMkLst>
          <pc:docMk/>
          <pc:sldMk cId="2998404735" sldId="393"/>
        </pc:sldMkLst>
      </pc:sldChg>
      <pc:sldChg chg="addSp delSp modSp add modTransition">
        <pc:chgData name="Marcin Bartosiak" userId="d01ed0f4ecfdbb64" providerId="LiveId" clId="{469E585D-6CFC-4A02-8C67-A45CCD0F5313}" dt="2019-09-18T08:11:54.297" v="367"/>
        <pc:sldMkLst>
          <pc:docMk/>
          <pc:sldMk cId="221749788" sldId="394"/>
        </pc:sldMkLst>
        <pc:picChg chg="add mod">
          <ac:chgData name="Marcin Bartosiak" userId="d01ed0f4ecfdbb64" providerId="LiveId" clId="{469E585D-6CFC-4A02-8C67-A45CCD0F5313}" dt="2019-08-23T18:26:18.918" v="174" actId="1076"/>
          <ac:picMkLst>
            <pc:docMk/>
            <pc:sldMk cId="221749788" sldId="394"/>
            <ac:picMk id="5" creationId="{EA8D7739-0C10-406E-B7C9-CF8C409BF8B5}"/>
          </ac:picMkLst>
        </pc:picChg>
        <pc:picChg chg="del">
          <ac:chgData name="Marcin Bartosiak" userId="d01ed0f4ecfdbb64" providerId="LiveId" clId="{469E585D-6CFC-4A02-8C67-A45CCD0F5313}" dt="2019-08-23T18:26:22.817" v="175" actId="478"/>
          <ac:picMkLst>
            <pc:docMk/>
            <pc:sldMk cId="221749788" sldId="394"/>
            <ac:picMk id="8" creationId="{14DD1D4F-DED9-4535-A997-8C242143E06D}"/>
          </ac:picMkLst>
        </pc:picChg>
      </pc:sldChg>
      <pc:sldChg chg="addSp delSp modSp add modTransition">
        <pc:chgData name="Marcin Bartosiak" userId="d01ed0f4ecfdbb64" providerId="LiveId" clId="{469E585D-6CFC-4A02-8C67-A45CCD0F5313}" dt="2019-09-18T08:11:54.297" v="367"/>
        <pc:sldMkLst>
          <pc:docMk/>
          <pc:sldMk cId="341078857" sldId="395"/>
        </pc:sldMkLst>
        <pc:picChg chg="del">
          <ac:chgData name="Marcin Bartosiak" userId="d01ed0f4ecfdbb64" providerId="LiveId" clId="{469E585D-6CFC-4A02-8C67-A45CCD0F5313}" dt="2019-08-23T18:27:49.074" v="184" actId="478"/>
          <ac:picMkLst>
            <pc:docMk/>
            <pc:sldMk cId="341078857" sldId="395"/>
            <ac:picMk id="5" creationId="{EA8D7739-0C10-406E-B7C9-CF8C409BF8B5}"/>
          </ac:picMkLst>
        </pc:picChg>
        <pc:picChg chg="add del mod">
          <ac:chgData name="Marcin Bartosiak" userId="d01ed0f4ecfdbb64" providerId="LiveId" clId="{469E585D-6CFC-4A02-8C67-A45CCD0F5313}" dt="2019-08-23T18:27:47.418" v="183" actId="167"/>
          <ac:picMkLst>
            <pc:docMk/>
            <pc:sldMk cId="341078857" sldId="395"/>
            <ac:picMk id="6" creationId="{A4A6641C-CCFD-4FDB-9B62-D8DDC7A0B2D6}"/>
          </ac:picMkLst>
        </pc:picChg>
      </pc:sldChg>
      <pc:sldChg chg="addSp delSp modSp add modTransition">
        <pc:chgData name="Marcin Bartosiak" userId="d01ed0f4ecfdbb64" providerId="LiveId" clId="{469E585D-6CFC-4A02-8C67-A45CCD0F5313}" dt="2019-09-18T08:11:54.297" v="367"/>
        <pc:sldMkLst>
          <pc:docMk/>
          <pc:sldMk cId="51115552" sldId="396"/>
        </pc:sldMkLst>
        <pc:picChg chg="add mod">
          <ac:chgData name="Marcin Bartosiak" userId="d01ed0f4ecfdbb64" providerId="LiveId" clId="{469E585D-6CFC-4A02-8C67-A45CCD0F5313}" dt="2019-08-23T18:32:03.220" v="191" actId="14100"/>
          <ac:picMkLst>
            <pc:docMk/>
            <pc:sldMk cId="51115552" sldId="396"/>
            <ac:picMk id="5" creationId="{1D7231F6-3CB5-4B7C-B9DF-60BD38FAC1FC}"/>
          </ac:picMkLst>
        </pc:picChg>
        <pc:picChg chg="add del">
          <ac:chgData name="Marcin Bartosiak" userId="d01ed0f4ecfdbb64" providerId="LiveId" clId="{469E585D-6CFC-4A02-8C67-A45CCD0F5313}" dt="2019-08-23T18:32:06.228" v="192" actId="478"/>
          <ac:picMkLst>
            <pc:docMk/>
            <pc:sldMk cId="51115552" sldId="396"/>
            <ac:picMk id="6" creationId="{A4A6641C-CCFD-4FDB-9B62-D8DDC7A0B2D6}"/>
          </ac:picMkLst>
        </pc:picChg>
      </pc:sldChg>
      <pc:sldChg chg="addSp delSp modSp add modTransition">
        <pc:chgData name="Marcin Bartosiak" userId="d01ed0f4ecfdbb64" providerId="LiveId" clId="{469E585D-6CFC-4A02-8C67-A45CCD0F5313}" dt="2019-09-18T08:11:54.297" v="367"/>
        <pc:sldMkLst>
          <pc:docMk/>
          <pc:sldMk cId="95728894" sldId="397"/>
        </pc:sldMkLst>
        <pc:spChg chg="mod">
          <ac:chgData name="Marcin Bartosiak" userId="d01ed0f4ecfdbb64" providerId="LiveId" clId="{469E585D-6CFC-4A02-8C67-A45CCD0F5313}" dt="2019-08-23T18:33:39.125" v="203" actId="20577"/>
          <ac:spMkLst>
            <pc:docMk/>
            <pc:sldMk cId="95728894" sldId="397"/>
            <ac:spMk id="2" creationId="{668614E7-EED8-42D1-AA65-CE1ACBEB9A54}"/>
          </ac:spMkLst>
        </pc:spChg>
        <pc:picChg chg="add del">
          <ac:chgData name="Marcin Bartosiak" userId="d01ed0f4ecfdbb64" providerId="LiveId" clId="{469E585D-6CFC-4A02-8C67-A45CCD0F5313}" dt="2019-08-23T18:34:02.758" v="209" actId="478"/>
          <ac:picMkLst>
            <pc:docMk/>
            <pc:sldMk cId="95728894" sldId="397"/>
            <ac:picMk id="5" creationId="{1D7231F6-3CB5-4B7C-B9DF-60BD38FAC1FC}"/>
          </ac:picMkLst>
        </pc:picChg>
        <pc:picChg chg="add mod">
          <ac:chgData name="Marcin Bartosiak" userId="d01ed0f4ecfdbb64" providerId="LiveId" clId="{469E585D-6CFC-4A02-8C67-A45CCD0F5313}" dt="2019-08-23T18:34:00.608" v="208" actId="14100"/>
          <ac:picMkLst>
            <pc:docMk/>
            <pc:sldMk cId="95728894" sldId="397"/>
            <ac:picMk id="6" creationId="{A2424AD0-E8F2-4D92-84E1-D5177436ED77}"/>
          </ac:picMkLst>
        </pc:picChg>
      </pc:sldChg>
      <pc:sldChg chg="delSp modSp add ord modTransition">
        <pc:chgData name="Marcin Bartosiak" userId="d01ed0f4ecfdbb64" providerId="LiveId" clId="{469E585D-6CFC-4A02-8C67-A45CCD0F5313}" dt="2019-09-18T08:11:54.297" v="367"/>
        <pc:sldMkLst>
          <pc:docMk/>
          <pc:sldMk cId="2557538770" sldId="398"/>
        </pc:sldMkLst>
        <pc:spChg chg="mod">
          <ac:chgData name="Marcin Bartosiak" userId="d01ed0f4ecfdbb64" providerId="LiveId" clId="{469E585D-6CFC-4A02-8C67-A45CCD0F5313}" dt="2019-08-23T18:36:50.528" v="227" actId="27636"/>
          <ac:spMkLst>
            <pc:docMk/>
            <pc:sldMk cId="2557538770" sldId="398"/>
            <ac:spMk id="3" creationId="{038A99B9-8546-432D-ACBD-F2E2392FD896}"/>
          </ac:spMkLst>
        </pc:spChg>
        <pc:picChg chg="del">
          <ac:chgData name="Marcin Bartosiak" userId="d01ed0f4ecfdbb64" providerId="LiveId" clId="{469E585D-6CFC-4A02-8C67-A45CCD0F5313}" dt="2019-08-23T18:36:04.140" v="212" actId="478"/>
          <ac:picMkLst>
            <pc:docMk/>
            <pc:sldMk cId="2557538770" sldId="398"/>
            <ac:picMk id="5" creationId="{1D7231F6-3CB5-4B7C-B9DF-60BD38FAC1FC}"/>
          </ac:picMkLst>
        </pc:picChg>
      </pc:sldChg>
      <pc:sldChg chg="addSp delSp modSp add">
        <pc:chgData name="Marcin Bartosiak" userId="d01ed0f4ecfdbb64" providerId="LiveId" clId="{469E585D-6CFC-4A02-8C67-A45CCD0F5313}" dt="2019-09-18T08:12:43.445" v="384" actId="6549"/>
        <pc:sldMkLst>
          <pc:docMk/>
          <pc:sldMk cId="1910203382" sldId="399"/>
        </pc:sldMkLst>
        <pc:spChg chg="mod">
          <ac:chgData name="Marcin Bartosiak" userId="d01ed0f4ecfdbb64" providerId="LiveId" clId="{469E585D-6CFC-4A02-8C67-A45CCD0F5313}" dt="2019-09-18T08:12:43.445" v="384" actId="6549"/>
          <ac:spMkLst>
            <pc:docMk/>
            <pc:sldMk cId="1910203382" sldId="399"/>
            <ac:spMk id="2" creationId="{668614E7-EED8-42D1-AA65-CE1ACBEB9A54}"/>
          </ac:spMkLst>
        </pc:spChg>
        <pc:spChg chg="mod">
          <ac:chgData name="Marcin Bartosiak" userId="d01ed0f4ecfdbb64" providerId="LiveId" clId="{469E585D-6CFC-4A02-8C67-A45CCD0F5313}" dt="2019-08-23T18:39:06.391" v="235" actId="113"/>
          <ac:spMkLst>
            <pc:docMk/>
            <pc:sldMk cId="1910203382" sldId="399"/>
            <ac:spMk id="3" creationId="{038A99B9-8546-432D-ACBD-F2E2392FD896}"/>
          </ac:spMkLst>
        </pc:spChg>
        <pc:picChg chg="add del mod">
          <ac:chgData name="Marcin Bartosiak" userId="d01ed0f4ecfdbb64" providerId="LiveId" clId="{469E585D-6CFC-4A02-8C67-A45CCD0F5313}" dt="2019-08-23T18:38:51.258" v="230"/>
          <ac:picMkLst>
            <pc:docMk/>
            <pc:sldMk cId="1910203382" sldId="399"/>
            <ac:picMk id="5" creationId="{F405474E-FCBB-4C0C-A368-2632EED0B316}"/>
          </ac:picMkLst>
        </pc:picChg>
        <pc:picChg chg="add mod modCrop">
          <ac:chgData name="Marcin Bartosiak" userId="d01ed0f4ecfdbb64" providerId="LiveId" clId="{469E585D-6CFC-4A02-8C67-A45CCD0F5313}" dt="2019-08-23T18:39:54.465" v="239" actId="14100"/>
          <ac:picMkLst>
            <pc:docMk/>
            <pc:sldMk cId="1910203382" sldId="399"/>
            <ac:picMk id="7" creationId="{C1167159-033D-46E5-ABEB-D104C28DE6A5}"/>
          </ac:picMkLst>
        </pc:picChg>
      </pc:sldChg>
      <pc:sldChg chg="addSp delSp modSp add">
        <pc:chgData name="Marcin Bartosiak" userId="d01ed0f4ecfdbb64" providerId="LiveId" clId="{469E585D-6CFC-4A02-8C67-A45CCD0F5313}" dt="2019-09-18T08:12:48.123" v="397" actId="20577"/>
        <pc:sldMkLst>
          <pc:docMk/>
          <pc:sldMk cId="1287926839" sldId="400"/>
        </pc:sldMkLst>
        <pc:spChg chg="mod">
          <ac:chgData name="Marcin Bartosiak" userId="d01ed0f4ecfdbb64" providerId="LiveId" clId="{469E585D-6CFC-4A02-8C67-A45CCD0F5313}" dt="2019-09-18T08:12:48.123" v="397" actId="20577"/>
          <ac:spMkLst>
            <pc:docMk/>
            <pc:sldMk cId="1287926839" sldId="400"/>
            <ac:spMk id="2" creationId="{668614E7-EED8-42D1-AA65-CE1ACBEB9A54}"/>
          </ac:spMkLst>
        </pc:spChg>
        <pc:spChg chg="mod">
          <ac:chgData name="Marcin Bartosiak" userId="d01ed0f4ecfdbb64" providerId="LiveId" clId="{469E585D-6CFC-4A02-8C67-A45CCD0F5313}" dt="2019-08-23T18:40:20.286" v="242" actId="113"/>
          <ac:spMkLst>
            <pc:docMk/>
            <pc:sldMk cId="1287926839" sldId="400"/>
            <ac:spMk id="3" creationId="{038A99B9-8546-432D-ACBD-F2E2392FD896}"/>
          </ac:spMkLst>
        </pc:spChg>
        <pc:picChg chg="add del mod">
          <ac:chgData name="Marcin Bartosiak" userId="d01ed0f4ecfdbb64" providerId="LiveId" clId="{469E585D-6CFC-4A02-8C67-A45CCD0F5313}" dt="2019-08-23T18:41:33.043" v="245"/>
          <ac:picMkLst>
            <pc:docMk/>
            <pc:sldMk cId="1287926839" sldId="400"/>
            <ac:picMk id="5" creationId="{FD49ABB8-36F3-4C52-88D0-637DC35F5BE6}"/>
          </ac:picMkLst>
        </pc:picChg>
        <pc:picChg chg="add mod">
          <ac:chgData name="Marcin Bartosiak" userId="d01ed0f4ecfdbb64" providerId="LiveId" clId="{469E585D-6CFC-4A02-8C67-A45CCD0F5313}" dt="2019-08-23T18:42:01.561" v="249" actId="14100"/>
          <ac:picMkLst>
            <pc:docMk/>
            <pc:sldMk cId="1287926839" sldId="400"/>
            <ac:picMk id="6" creationId="{447289CC-6679-4509-A4D9-C1CB0BB3C626}"/>
          </ac:picMkLst>
        </pc:picChg>
        <pc:picChg chg="del">
          <ac:chgData name="Marcin Bartosiak" userId="d01ed0f4ecfdbb64" providerId="LiveId" clId="{469E585D-6CFC-4A02-8C67-A45CCD0F5313}" dt="2019-08-23T18:41:29.482" v="243" actId="478"/>
          <ac:picMkLst>
            <pc:docMk/>
            <pc:sldMk cId="1287926839" sldId="400"/>
            <ac:picMk id="7" creationId="{C1167159-033D-46E5-ABEB-D104C28DE6A5}"/>
          </ac:picMkLst>
        </pc:picChg>
      </pc:sldChg>
      <pc:sldChg chg="addSp delSp modSp add ord modNotesTx">
        <pc:chgData name="Marcin Bartosiak" userId="d01ed0f4ecfdbb64" providerId="LiveId" clId="{469E585D-6CFC-4A02-8C67-A45CCD0F5313}" dt="2019-09-18T08:16:13.157" v="398" actId="20577"/>
        <pc:sldMkLst>
          <pc:docMk/>
          <pc:sldMk cId="1585030279" sldId="401"/>
        </pc:sldMkLst>
        <pc:spChg chg="mod">
          <ac:chgData name="Marcin Bartosiak" userId="d01ed0f4ecfdbb64" providerId="LiveId" clId="{469E585D-6CFC-4A02-8C67-A45CCD0F5313}" dt="2019-08-23T18:53:38.557" v="274" actId="20577"/>
          <ac:spMkLst>
            <pc:docMk/>
            <pc:sldMk cId="1585030279" sldId="401"/>
            <ac:spMk id="2" creationId="{668614E7-EED8-42D1-AA65-CE1ACBEB9A54}"/>
          </ac:spMkLst>
        </pc:spChg>
        <pc:spChg chg="mod">
          <ac:chgData name="Marcin Bartosiak" userId="d01ed0f4ecfdbb64" providerId="LiveId" clId="{469E585D-6CFC-4A02-8C67-A45CCD0F5313}" dt="2019-08-23T19:06:47.017" v="316" actId="1076"/>
          <ac:spMkLst>
            <pc:docMk/>
            <pc:sldMk cId="1585030279" sldId="401"/>
            <ac:spMk id="3" creationId="{038A99B9-8546-432D-ACBD-F2E2392FD896}"/>
          </ac:spMkLst>
        </pc:spChg>
        <pc:picChg chg="add del">
          <ac:chgData name="Marcin Bartosiak" userId="d01ed0f4ecfdbb64" providerId="LiveId" clId="{469E585D-6CFC-4A02-8C67-A45CCD0F5313}" dt="2019-08-23T18:52:10.160" v="255" actId="478"/>
          <ac:picMkLst>
            <pc:docMk/>
            <pc:sldMk cId="1585030279" sldId="401"/>
            <ac:picMk id="5" creationId="{FD1B4E7A-2E0F-4487-8F94-0A8D47E09EBC}"/>
          </ac:picMkLst>
        </pc:picChg>
        <pc:picChg chg="del">
          <ac:chgData name="Marcin Bartosiak" userId="d01ed0f4ecfdbb64" providerId="LiveId" clId="{469E585D-6CFC-4A02-8C67-A45CCD0F5313}" dt="2019-08-23T18:52:00.510" v="253" actId="478"/>
          <ac:picMkLst>
            <pc:docMk/>
            <pc:sldMk cId="1585030279" sldId="401"/>
            <ac:picMk id="6" creationId="{A2424AD0-E8F2-4D92-84E1-D5177436ED77}"/>
          </ac:picMkLst>
        </pc:picChg>
        <pc:picChg chg="add mod">
          <ac:chgData name="Marcin Bartosiak" userId="d01ed0f4ecfdbb64" providerId="LiveId" clId="{469E585D-6CFC-4A02-8C67-A45CCD0F5313}" dt="2019-08-23T18:53:00.668" v="262"/>
          <ac:picMkLst>
            <pc:docMk/>
            <pc:sldMk cId="1585030279" sldId="401"/>
            <ac:picMk id="7" creationId="{82464382-7FA6-42DD-A8FC-A06705213001}"/>
          </ac:picMkLst>
        </pc:picChg>
        <pc:picChg chg="add mod">
          <ac:chgData name="Marcin Bartosiak" userId="d01ed0f4ecfdbb64" providerId="LiveId" clId="{469E585D-6CFC-4A02-8C67-A45CCD0F5313}" dt="2019-08-23T18:53:27.328" v="263"/>
          <ac:picMkLst>
            <pc:docMk/>
            <pc:sldMk cId="1585030279" sldId="401"/>
            <ac:picMk id="8" creationId="{A367EF47-5F86-4C83-8211-D5934FA44E30}"/>
          </ac:picMkLst>
        </pc:picChg>
      </pc:sldChg>
      <pc:sldChg chg="addSp delSp modSp add ord">
        <pc:chgData name="Marcin Bartosiak" userId="d01ed0f4ecfdbb64" providerId="LiveId" clId="{469E585D-6CFC-4A02-8C67-A45CCD0F5313}" dt="2019-09-18T08:33:03.118" v="407"/>
        <pc:sldMkLst>
          <pc:docMk/>
          <pc:sldMk cId="1897886228" sldId="402"/>
        </pc:sldMkLst>
        <pc:spChg chg="mod">
          <ac:chgData name="Marcin Bartosiak" userId="d01ed0f4ecfdbb64" providerId="LiveId" clId="{469E585D-6CFC-4A02-8C67-A45CCD0F5313}" dt="2019-08-23T19:03:51.976" v="310" actId="20577"/>
          <ac:spMkLst>
            <pc:docMk/>
            <pc:sldMk cId="1897886228" sldId="402"/>
            <ac:spMk id="3" creationId="{038A99B9-8546-432D-ACBD-F2E2392FD896}"/>
          </ac:spMkLst>
        </pc:spChg>
        <pc:spChg chg="add mod">
          <ac:chgData name="Marcin Bartosiak" userId="d01ed0f4ecfdbb64" providerId="LiveId" clId="{469E585D-6CFC-4A02-8C67-A45CCD0F5313}" dt="2019-08-23T19:04:14.871" v="314" actId="1076"/>
          <ac:spMkLst>
            <pc:docMk/>
            <pc:sldMk cId="1897886228" sldId="402"/>
            <ac:spMk id="11" creationId="{76BEA15E-5DE5-4898-88FE-7A91E5E864AF}"/>
          </ac:spMkLst>
        </pc:spChg>
        <pc:spChg chg="add mod">
          <ac:chgData name="Marcin Bartosiak" userId="d01ed0f4ecfdbb64" providerId="LiveId" clId="{469E585D-6CFC-4A02-8C67-A45CCD0F5313}" dt="2019-08-23T19:04:14.871" v="314" actId="1076"/>
          <ac:spMkLst>
            <pc:docMk/>
            <pc:sldMk cId="1897886228" sldId="402"/>
            <ac:spMk id="12" creationId="{69D85BCA-D066-4A02-9D3D-50869F5066A2}"/>
          </ac:spMkLst>
        </pc:spChg>
        <pc:picChg chg="add del mod">
          <ac:chgData name="Marcin Bartosiak" userId="d01ed0f4ecfdbb64" providerId="LiveId" clId="{469E585D-6CFC-4A02-8C67-A45CCD0F5313}" dt="2019-08-23T19:08:09.505" v="324" actId="478"/>
          <ac:picMkLst>
            <pc:docMk/>
            <pc:sldMk cId="1897886228" sldId="402"/>
            <ac:picMk id="6" creationId="{2CA9FF3B-72CA-4479-9BA2-E63790B83DF4}"/>
          </ac:picMkLst>
        </pc:picChg>
        <pc:picChg chg="del">
          <ac:chgData name="Marcin Bartosiak" userId="d01ed0f4ecfdbb64" providerId="LiveId" clId="{469E585D-6CFC-4A02-8C67-A45CCD0F5313}" dt="2019-08-23T19:03:54.719" v="311" actId="478"/>
          <ac:picMkLst>
            <pc:docMk/>
            <pc:sldMk cId="1897886228" sldId="402"/>
            <ac:picMk id="7" creationId="{82464382-7FA6-42DD-A8FC-A06705213001}"/>
          </ac:picMkLst>
        </pc:picChg>
        <pc:picChg chg="del">
          <ac:chgData name="Marcin Bartosiak" userId="d01ed0f4ecfdbb64" providerId="LiveId" clId="{469E585D-6CFC-4A02-8C67-A45CCD0F5313}" dt="2019-08-23T19:03:56.263" v="312" actId="478"/>
          <ac:picMkLst>
            <pc:docMk/>
            <pc:sldMk cId="1897886228" sldId="402"/>
            <ac:picMk id="8" creationId="{A367EF47-5F86-4C83-8211-D5934FA44E30}"/>
          </ac:picMkLst>
        </pc:picChg>
        <pc:picChg chg="add mod">
          <ac:chgData name="Marcin Bartosiak" userId="d01ed0f4ecfdbb64" providerId="LiveId" clId="{469E585D-6CFC-4A02-8C67-A45CCD0F5313}" dt="2019-08-23T19:04:14.871" v="314" actId="1076"/>
          <ac:picMkLst>
            <pc:docMk/>
            <pc:sldMk cId="1897886228" sldId="402"/>
            <ac:picMk id="9" creationId="{62FED75D-A57D-4419-B85B-07F30EFE0A9D}"/>
          </ac:picMkLst>
        </pc:picChg>
        <pc:picChg chg="add del mod">
          <ac:chgData name="Marcin Bartosiak" userId="d01ed0f4ecfdbb64" providerId="LiveId" clId="{469E585D-6CFC-4A02-8C67-A45CCD0F5313}" dt="2019-08-23T19:08:35.047" v="330" actId="478"/>
          <ac:picMkLst>
            <pc:docMk/>
            <pc:sldMk cId="1897886228" sldId="402"/>
            <ac:picMk id="10" creationId="{11CE8A71-646D-42FD-B974-542AF3A4E355}"/>
          </ac:picMkLst>
        </pc:picChg>
        <pc:picChg chg="add mod">
          <ac:chgData name="Marcin Bartosiak" userId="d01ed0f4ecfdbb64" providerId="LiveId" clId="{469E585D-6CFC-4A02-8C67-A45CCD0F5313}" dt="2019-08-23T19:08:18.651" v="325" actId="1076"/>
          <ac:picMkLst>
            <pc:docMk/>
            <pc:sldMk cId="1897886228" sldId="402"/>
            <ac:picMk id="13" creationId="{968B8624-8C50-4B58-A1C9-7A7EA143A7EB}"/>
          </ac:picMkLst>
        </pc:picChg>
        <pc:picChg chg="add mod">
          <ac:chgData name="Marcin Bartosiak" userId="d01ed0f4ecfdbb64" providerId="LiveId" clId="{469E585D-6CFC-4A02-8C67-A45CCD0F5313}" dt="2019-09-18T08:33:03.118" v="407"/>
          <ac:picMkLst>
            <pc:docMk/>
            <pc:sldMk cId="1897886228" sldId="402"/>
            <ac:picMk id="14" creationId="{E639F7F9-08CE-482F-9EA5-7659793F418D}"/>
          </ac:picMkLst>
        </pc:picChg>
      </pc:sldChg>
      <pc:sldChg chg="modSp add ord modTransition">
        <pc:chgData name="Marcin Bartosiak" userId="d01ed0f4ecfdbb64" providerId="LiveId" clId="{469E585D-6CFC-4A02-8C67-A45CCD0F5313}" dt="2019-09-30T21:01:38.124" v="3463"/>
        <pc:sldMkLst>
          <pc:docMk/>
          <pc:sldMk cId="2992929464" sldId="403"/>
        </pc:sldMkLst>
        <pc:spChg chg="mod">
          <ac:chgData name="Marcin Bartosiak" userId="d01ed0f4ecfdbb64" providerId="LiveId" clId="{469E585D-6CFC-4A02-8C67-A45CCD0F5313}" dt="2019-08-23T19:09:19.915" v="353" actId="20577"/>
          <ac:spMkLst>
            <pc:docMk/>
            <pc:sldMk cId="2992929464" sldId="403"/>
            <ac:spMk id="2" creationId="{668614E7-EED8-42D1-AA65-CE1ACBEB9A54}"/>
          </ac:spMkLst>
        </pc:spChg>
        <pc:spChg chg="mod">
          <ac:chgData name="Marcin Bartosiak" userId="d01ed0f4ecfdbb64" providerId="LiveId" clId="{469E585D-6CFC-4A02-8C67-A45CCD0F5313}" dt="2019-09-18T08:18:12.324" v="406" actId="20577"/>
          <ac:spMkLst>
            <pc:docMk/>
            <pc:sldMk cId="2992929464" sldId="403"/>
            <ac:spMk id="3" creationId="{038A99B9-8546-432D-ACBD-F2E2392FD896}"/>
          </ac:spMkLst>
        </pc:spChg>
      </pc:sldChg>
      <pc:sldChg chg="modSp add setBg">
        <pc:chgData name="Marcin Bartosiak" userId="d01ed0f4ecfdbb64" providerId="LiveId" clId="{469E585D-6CFC-4A02-8C67-A45CCD0F5313}" dt="2019-09-18T09:31:42.098" v="537" actId="20577"/>
        <pc:sldMkLst>
          <pc:docMk/>
          <pc:sldMk cId="357918994" sldId="404"/>
        </pc:sldMkLst>
        <pc:spChg chg="mod">
          <ac:chgData name="Marcin Bartosiak" userId="d01ed0f4ecfdbb64" providerId="LiveId" clId="{469E585D-6CFC-4A02-8C67-A45CCD0F5313}" dt="2019-09-18T09:31:42.098" v="537" actId="20577"/>
          <ac:spMkLst>
            <pc:docMk/>
            <pc:sldMk cId="357918994" sldId="404"/>
            <ac:spMk id="9" creationId="{CB66BB81-4A97-45E8-9BED-6AE071964A45}"/>
          </ac:spMkLst>
        </pc:spChg>
      </pc:sldChg>
      <pc:sldChg chg="modSp add ord">
        <pc:chgData name="Marcin Bartosiak" userId="d01ed0f4ecfdbb64" providerId="LiveId" clId="{469E585D-6CFC-4A02-8C67-A45CCD0F5313}" dt="2019-09-18T09:20:04.741" v="429" actId="20577"/>
        <pc:sldMkLst>
          <pc:docMk/>
          <pc:sldMk cId="2012083938" sldId="405"/>
        </pc:sldMkLst>
        <pc:spChg chg="mod">
          <ac:chgData name="Marcin Bartosiak" userId="d01ed0f4ecfdbb64" providerId="LiveId" clId="{469E585D-6CFC-4A02-8C67-A45CCD0F5313}" dt="2019-09-18T09:20:04.741" v="429" actId="20577"/>
          <ac:spMkLst>
            <pc:docMk/>
            <pc:sldMk cId="2012083938" sldId="405"/>
            <ac:spMk id="9" creationId="{CB66BB81-4A97-45E8-9BED-6AE071964A45}"/>
          </ac:spMkLst>
        </pc:spChg>
      </pc:sldChg>
      <pc:sldChg chg="addSp delSp modSp add delAnim modNotesTx">
        <pc:chgData name="Marcin Bartosiak" userId="d01ed0f4ecfdbb64" providerId="LiveId" clId="{469E585D-6CFC-4A02-8C67-A45CCD0F5313}" dt="2019-09-18T10:08:10.262" v="1134" actId="20577"/>
        <pc:sldMkLst>
          <pc:docMk/>
          <pc:sldMk cId="2580186310" sldId="406"/>
        </pc:sldMkLst>
        <pc:spChg chg="add del mod">
          <ac:chgData name="Marcin Bartosiak" userId="d01ed0f4ecfdbb64" providerId="LiveId" clId="{469E585D-6CFC-4A02-8C67-A45CCD0F5313}" dt="2019-09-18T09:52:45.088" v="775" actId="478"/>
          <ac:spMkLst>
            <pc:docMk/>
            <pc:sldMk cId="2580186310" sldId="406"/>
            <ac:spMk id="4" creationId="{E5F58C1C-5437-452C-837A-4C9E2200CDE9}"/>
          </ac:spMkLst>
        </pc:spChg>
        <pc:spChg chg="del">
          <ac:chgData name="Marcin Bartosiak" userId="d01ed0f4ecfdbb64" providerId="LiveId" clId="{469E585D-6CFC-4A02-8C67-A45CCD0F5313}" dt="2019-09-18T09:52:31.789" v="773" actId="478"/>
          <ac:spMkLst>
            <pc:docMk/>
            <pc:sldMk cId="2580186310" sldId="406"/>
            <ac:spMk id="5" creationId="{503B8290-C63A-450D-AAFE-74B6325B2EC3}"/>
          </ac:spMkLst>
        </pc:spChg>
        <pc:spChg chg="del">
          <ac:chgData name="Marcin Bartosiak" userId="d01ed0f4ecfdbb64" providerId="LiveId" clId="{469E585D-6CFC-4A02-8C67-A45CCD0F5313}" dt="2019-09-18T09:52:39.290" v="774" actId="478"/>
          <ac:spMkLst>
            <pc:docMk/>
            <pc:sldMk cId="2580186310" sldId="406"/>
            <ac:spMk id="6" creationId="{71DB6225-F3D2-48BB-A596-89DE1A70F728}"/>
          </ac:spMkLst>
        </pc:spChg>
        <pc:spChg chg="del">
          <ac:chgData name="Marcin Bartosiak" userId="d01ed0f4ecfdbb64" providerId="LiveId" clId="{469E585D-6CFC-4A02-8C67-A45CCD0F5313}" dt="2019-09-18T09:52:46.575" v="776" actId="478"/>
          <ac:spMkLst>
            <pc:docMk/>
            <pc:sldMk cId="2580186310" sldId="406"/>
            <ac:spMk id="7" creationId="{E101A454-D46F-4B0B-893E-1C48E1F09F5C}"/>
          </ac:spMkLst>
        </pc:spChg>
        <pc:spChg chg="del">
          <ac:chgData name="Marcin Bartosiak" userId="d01ed0f4ecfdbb64" providerId="LiveId" clId="{469E585D-6CFC-4A02-8C67-A45CCD0F5313}" dt="2019-09-18T09:52:49.270" v="777" actId="478"/>
          <ac:spMkLst>
            <pc:docMk/>
            <pc:sldMk cId="2580186310" sldId="406"/>
            <ac:spMk id="8" creationId="{3375548A-6491-450F-8C68-4609BC5FF0C7}"/>
          </ac:spMkLst>
        </pc:spChg>
        <pc:picChg chg="add del mod">
          <ac:chgData name="Marcin Bartosiak" userId="d01ed0f4ecfdbb64" providerId="LiveId" clId="{469E585D-6CFC-4A02-8C67-A45CCD0F5313}" dt="2019-09-18T09:58:07.797" v="890" actId="478"/>
          <ac:picMkLst>
            <pc:docMk/>
            <pc:sldMk cId="2580186310" sldId="406"/>
            <ac:picMk id="9" creationId="{DF469019-0A40-4F7E-B682-2C9171B86E18}"/>
          </ac:picMkLst>
        </pc:picChg>
        <pc:picChg chg="add mod">
          <ac:chgData name="Marcin Bartosiak" userId="d01ed0f4ecfdbb64" providerId="LiveId" clId="{469E585D-6CFC-4A02-8C67-A45CCD0F5313}" dt="2019-09-18T09:58:42.561" v="913" actId="14861"/>
          <ac:picMkLst>
            <pc:docMk/>
            <pc:sldMk cId="2580186310" sldId="406"/>
            <ac:picMk id="10" creationId="{D2551AB3-D616-4656-90E5-978FBE79F5A6}"/>
          </ac:picMkLst>
        </pc:picChg>
      </pc:sldChg>
      <pc:sldChg chg="add del">
        <pc:chgData name="Marcin Bartosiak" userId="d01ed0f4ecfdbb64" providerId="LiveId" clId="{469E585D-6CFC-4A02-8C67-A45CCD0F5313}" dt="2019-09-18T10:11:37.946" v="1306" actId="2696"/>
        <pc:sldMkLst>
          <pc:docMk/>
          <pc:sldMk cId="2647312253" sldId="481"/>
        </pc:sldMkLst>
      </pc:sldChg>
      <pc:sldChg chg="add del">
        <pc:chgData name="Marcin Bartosiak" userId="d01ed0f4ecfdbb64" providerId="LiveId" clId="{469E585D-6CFC-4A02-8C67-A45CCD0F5313}" dt="2019-09-18T10:15:15.459" v="1360" actId="2696"/>
        <pc:sldMkLst>
          <pc:docMk/>
          <pc:sldMk cId="4195662396" sldId="482"/>
        </pc:sldMkLst>
      </pc:sldChg>
      <pc:sldChg chg="add del">
        <pc:chgData name="Marcin Bartosiak" userId="d01ed0f4ecfdbb64" providerId="LiveId" clId="{469E585D-6CFC-4A02-8C67-A45CCD0F5313}" dt="2019-09-18T10:15:15.466" v="1361" actId="2696"/>
        <pc:sldMkLst>
          <pc:docMk/>
          <pc:sldMk cId="1304177237" sldId="483"/>
        </pc:sldMkLst>
      </pc:sldChg>
      <pc:sldChg chg="add del">
        <pc:chgData name="Marcin Bartosiak" userId="d01ed0f4ecfdbb64" providerId="LiveId" clId="{469E585D-6CFC-4A02-8C67-A45CCD0F5313}" dt="2019-09-18T10:15:15.479" v="1362" actId="2696"/>
        <pc:sldMkLst>
          <pc:docMk/>
          <pc:sldMk cId="237516433" sldId="484"/>
        </pc:sldMkLst>
      </pc:sldChg>
      <pc:sldChg chg="modSp add del">
        <pc:chgData name="Marcin Bartosiak" userId="d01ed0f4ecfdbb64" providerId="LiveId" clId="{469E585D-6CFC-4A02-8C67-A45CCD0F5313}" dt="2019-09-18T10:16:14.590" v="1365" actId="2696"/>
        <pc:sldMkLst>
          <pc:docMk/>
          <pc:sldMk cId="4110899851" sldId="485"/>
        </pc:sldMkLst>
        <pc:spChg chg="mod">
          <ac:chgData name="Marcin Bartosiak" userId="d01ed0f4ecfdbb64" providerId="LiveId" clId="{469E585D-6CFC-4A02-8C67-A45CCD0F5313}" dt="2019-09-18T10:08:45.921" v="1136" actId="27636"/>
          <ac:spMkLst>
            <pc:docMk/>
            <pc:sldMk cId="4110899851" sldId="485"/>
            <ac:spMk id="3" creationId="{00000000-0000-0000-0000-000000000000}"/>
          </ac:spMkLst>
        </pc:spChg>
        <pc:spChg chg="mod">
          <ac:chgData name="Marcin Bartosiak" userId="d01ed0f4ecfdbb64" providerId="LiveId" clId="{469E585D-6CFC-4A02-8C67-A45CCD0F5313}" dt="2019-09-18T10:15:18.698" v="1363" actId="1076"/>
          <ac:spMkLst>
            <pc:docMk/>
            <pc:sldMk cId="4110899851" sldId="485"/>
            <ac:spMk id="4" creationId="{00000000-0000-0000-0000-000000000000}"/>
          </ac:spMkLst>
        </pc:spChg>
      </pc:sldChg>
      <pc:sldChg chg="modSp add">
        <pc:chgData name="Marcin Bartosiak" userId="d01ed0f4ecfdbb64" providerId="LiveId" clId="{469E585D-6CFC-4A02-8C67-A45CCD0F5313}" dt="2019-09-18T10:13:07.303" v="1336" actId="15"/>
        <pc:sldMkLst>
          <pc:docMk/>
          <pc:sldMk cId="3804593922" sldId="486"/>
        </pc:sldMkLst>
        <pc:spChg chg="mod">
          <ac:chgData name="Marcin Bartosiak" userId="d01ed0f4ecfdbb64" providerId="LiveId" clId="{469E585D-6CFC-4A02-8C67-A45CCD0F5313}" dt="2019-09-18T10:12:53.333" v="1333" actId="20577"/>
          <ac:spMkLst>
            <pc:docMk/>
            <pc:sldMk cId="3804593922" sldId="486"/>
            <ac:spMk id="3" creationId="{1E8E0E66-2C44-4A85-9F0A-289B497F7D39}"/>
          </ac:spMkLst>
        </pc:spChg>
        <pc:spChg chg="mod">
          <ac:chgData name="Marcin Bartosiak" userId="d01ed0f4ecfdbb64" providerId="LiveId" clId="{469E585D-6CFC-4A02-8C67-A45CCD0F5313}" dt="2019-09-18T10:13:07.303" v="1336" actId="15"/>
          <ac:spMkLst>
            <pc:docMk/>
            <pc:sldMk cId="3804593922" sldId="486"/>
            <ac:spMk id="4" creationId="{C9107FEB-35B0-4337-9E69-B7C3197AEBFC}"/>
          </ac:spMkLst>
        </pc:spChg>
      </pc:sldChg>
      <pc:sldChg chg="modSp add">
        <pc:chgData name="Marcin Bartosiak" userId="d01ed0f4ecfdbb64" providerId="LiveId" clId="{469E585D-6CFC-4A02-8C67-A45CCD0F5313}" dt="2019-09-18T10:13:52.386" v="1345" actId="15"/>
        <pc:sldMkLst>
          <pc:docMk/>
          <pc:sldMk cId="63581372" sldId="487"/>
        </pc:sldMkLst>
        <pc:spChg chg="mod">
          <ac:chgData name="Marcin Bartosiak" userId="d01ed0f4ecfdbb64" providerId="LiveId" clId="{469E585D-6CFC-4A02-8C67-A45CCD0F5313}" dt="2019-09-18T10:13:17.586" v="1342" actId="20577"/>
          <ac:spMkLst>
            <pc:docMk/>
            <pc:sldMk cId="63581372" sldId="487"/>
            <ac:spMk id="3" creationId="{1E8E0E66-2C44-4A85-9F0A-289B497F7D39}"/>
          </ac:spMkLst>
        </pc:spChg>
        <pc:spChg chg="mod">
          <ac:chgData name="Marcin Bartosiak" userId="d01ed0f4ecfdbb64" providerId="LiveId" clId="{469E585D-6CFC-4A02-8C67-A45CCD0F5313}" dt="2019-09-18T10:13:52.386" v="1345" actId="15"/>
          <ac:spMkLst>
            <pc:docMk/>
            <pc:sldMk cId="63581372" sldId="487"/>
            <ac:spMk id="4" creationId="{C9107FEB-35B0-4337-9E69-B7C3197AEBFC}"/>
          </ac:spMkLst>
        </pc:spChg>
      </pc:sldChg>
      <pc:sldChg chg="addSp delSp modSp add modAnim">
        <pc:chgData name="Marcin Bartosiak" userId="d01ed0f4ecfdbb64" providerId="LiveId" clId="{469E585D-6CFC-4A02-8C67-A45CCD0F5313}" dt="2019-09-18T10:28:08.645" v="1437"/>
        <pc:sldMkLst>
          <pc:docMk/>
          <pc:sldMk cId="2261422944" sldId="488"/>
        </pc:sldMkLst>
        <pc:spChg chg="mod">
          <ac:chgData name="Marcin Bartosiak" userId="d01ed0f4ecfdbb64" providerId="LiveId" clId="{469E585D-6CFC-4A02-8C67-A45CCD0F5313}" dt="2019-09-18T10:14:32.076" v="1353" actId="20577"/>
          <ac:spMkLst>
            <pc:docMk/>
            <pc:sldMk cId="2261422944" sldId="488"/>
            <ac:spMk id="3" creationId="{1E8E0E66-2C44-4A85-9F0A-289B497F7D39}"/>
          </ac:spMkLst>
        </pc:spChg>
        <pc:spChg chg="del">
          <ac:chgData name="Marcin Bartosiak" userId="d01ed0f4ecfdbb64" providerId="LiveId" clId="{469E585D-6CFC-4A02-8C67-A45CCD0F5313}" dt="2019-09-18T10:14:27.632" v="1347" actId="478"/>
          <ac:spMkLst>
            <pc:docMk/>
            <pc:sldMk cId="2261422944" sldId="488"/>
            <ac:spMk id="4" creationId="{C9107FEB-35B0-4337-9E69-B7C3197AEBFC}"/>
          </ac:spMkLst>
        </pc:spChg>
        <pc:spChg chg="add del mod">
          <ac:chgData name="Marcin Bartosiak" userId="d01ed0f4ecfdbb64" providerId="LiveId" clId="{469E585D-6CFC-4A02-8C67-A45CCD0F5313}" dt="2019-09-18T10:14:29.274" v="1348" actId="478"/>
          <ac:spMkLst>
            <pc:docMk/>
            <pc:sldMk cId="2261422944" sldId="488"/>
            <ac:spMk id="5" creationId="{D9C23CC6-769C-4AD7-8D39-6ACDA04BA947}"/>
          </ac:spMkLst>
        </pc:spChg>
        <pc:spChg chg="add mod">
          <ac:chgData name="Marcin Bartosiak" userId="d01ed0f4ecfdbb64" providerId="LiveId" clId="{469E585D-6CFC-4A02-8C67-A45CCD0F5313}" dt="2019-09-18T10:26:21.722" v="1435" actId="20577"/>
          <ac:spMkLst>
            <pc:docMk/>
            <pc:sldMk cId="2261422944" sldId="488"/>
            <ac:spMk id="6" creationId="{18CE7C37-C7D7-45BF-8542-839F206DE10F}"/>
          </ac:spMkLst>
        </pc:spChg>
        <pc:spChg chg="add mod">
          <ac:chgData name="Marcin Bartosiak" userId="d01ed0f4ecfdbb64" providerId="LiveId" clId="{469E585D-6CFC-4A02-8C67-A45CCD0F5313}" dt="2019-09-18T10:23:53.474" v="1426" actId="1076"/>
          <ac:spMkLst>
            <pc:docMk/>
            <pc:sldMk cId="2261422944" sldId="488"/>
            <ac:spMk id="7" creationId="{23478CCD-9BFD-49B2-B942-2E344C758314}"/>
          </ac:spMkLst>
        </pc:spChg>
        <pc:spChg chg="add mod">
          <ac:chgData name="Marcin Bartosiak" userId="d01ed0f4ecfdbb64" providerId="LiveId" clId="{469E585D-6CFC-4A02-8C67-A45CCD0F5313}" dt="2019-09-18T10:25:09.820" v="1430" actId="2711"/>
          <ac:spMkLst>
            <pc:docMk/>
            <pc:sldMk cId="2261422944" sldId="488"/>
            <ac:spMk id="8" creationId="{1B2541F4-EAF5-4CB5-9B55-21B0BFA61834}"/>
          </ac:spMkLst>
        </pc:spChg>
        <pc:spChg chg="add mod ord">
          <ac:chgData name="Marcin Bartosiak" userId="d01ed0f4ecfdbb64" providerId="LiveId" clId="{469E585D-6CFC-4A02-8C67-A45CCD0F5313}" dt="2019-09-18T10:17:53.841" v="1379" actId="207"/>
          <ac:spMkLst>
            <pc:docMk/>
            <pc:sldMk cId="2261422944" sldId="488"/>
            <ac:spMk id="9" creationId="{A63E550A-0E04-46A1-8883-A0F35C70196B}"/>
          </ac:spMkLst>
        </pc:spChg>
        <pc:spChg chg="add mod">
          <ac:chgData name="Marcin Bartosiak" userId="d01ed0f4ecfdbb64" providerId="LiveId" clId="{469E585D-6CFC-4A02-8C67-A45CCD0F5313}" dt="2019-09-18T10:16:40.435" v="1370" actId="1076"/>
          <ac:spMkLst>
            <pc:docMk/>
            <pc:sldMk cId="2261422944" sldId="488"/>
            <ac:spMk id="10" creationId="{F4339066-2B52-4F51-AA52-4CC32748BFA2}"/>
          </ac:spMkLst>
        </pc:spChg>
        <pc:spChg chg="add mod">
          <ac:chgData name="Marcin Bartosiak" userId="d01ed0f4ecfdbb64" providerId="LiveId" clId="{469E585D-6CFC-4A02-8C67-A45CCD0F5313}" dt="2019-09-18T10:18:23.516" v="1392" actId="20577"/>
          <ac:spMkLst>
            <pc:docMk/>
            <pc:sldMk cId="2261422944" sldId="488"/>
            <ac:spMk id="11" creationId="{B2416995-869F-46F4-B122-D71DACD50D6D}"/>
          </ac:spMkLst>
        </pc:spChg>
      </pc:sldChg>
      <pc:sldChg chg="modSp add setBg">
        <pc:chgData name="Marcin Bartosiak" userId="d01ed0f4ecfdbb64" providerId="LiveId" clId="{469E585D-6CFC-4A02-8C67-A45CCD0F5313}" dt="2019-09-18T10:32:52.486" v="1456" actId="20577"/>
        <pc:sldMkLst>
          <pc:docMk/>
          <pc:sldMk cId="3518224371" sldId="489"/>
        </pc:sldMkLst>
        <pc:spChg chg="mod">
          <ac:chgData name="Marcin Bartosiak" userId="d01ed0f4ecfdbb64" providerId="LiveId" clId="{469E585D-6CFC-4A02-8C67-A45CCD0F5313}" dt="2019-09-18T10:32:52.486" v="1456" actId="20577"/>
          <ac:spMkLst>
            <pc:docMk/>
            <pc:sldMk cId="3518224371" sldId="489"/>
            <ac:spMk id="9" creationId="{CB66BB81-4A97-45E8-9BED-6AE071964A45}"/>
          </ac:spMkLst>
        </pc:spChg>
      </pc:sldChg>
      <pc:sldChg chg="addSp delSp modSp add modAnim">
        <pc:chgData name="Marcin Bartosiak" userId="d01ed0f4ecfdbb64" providerId="LiveId" clId="{469E585D-6CFC-4A02-8C67-A45CCD0F5313}" dt="2019-09-18T10:54:47.233" v="1605" actId="1076"/>
        <pc:sldMkLst>
          <pc:docMk/>
          <pc:sldMk cId="2440601802" sldId="490"/>
        </pc:sldMkLst>
        <pc:spChg chg="del">
          <ac:chgData name="Marcin Bartosiak" userId="d01ed0f4ecfdbb64" providerId="LiveId" clId="{469E585D-6CFC-4A02-8C67-A45CCD0F5313}" dt="2019-09-18T10:53:33.533" v="1580" actId="478"/>
          <ac:spMkLst>
            <pc:docMk/>
            <pc:sldMk cId="2440601802" sldId="490"/>
            <ac:spMk id="2" creationId="{F232B7D3-D949-4C5C-AD47-4982F692395B}"/>
          </ac:spMkLst>
        </pc:spChg>
        <pc:spChg chg="add del mod">
          <ac:chgData name="Marcin Bartosiak" userId="d01ed0f4ecfdbb64" providerId="LiveId" clId="{469E585D-6CFC-4A02-8C67-A45CCD0F5313}" dt="2019-09-18T10:53:37.001" v="1581" actId="478"/>
          <ac:spMkLst>
            <pc:docMk/>
            <pc:sldMk cId="2440601802" sldId="490"/>
            <ac:spMk id="4" creationId="{03926522-77B7-45D4-A070-3E80223E282D}"/>
          </ac:spMkLst>
        </pc:spChg>
        <pc:spChg chg="del">
          <ac:chgData name="Marcin Bartosiak" userId="d01ed0f4ecfdbb64" providerId="LiveId" clId="{469E585D-6CFC-4A02-8C67-A45CCD0F5313}" dt="2019-09-18T10:53:33.533" v="1580" actId="478"/>
          <ac:spMkLst>
            <pc:docMk/>
            <pc:sldMk cId="2440601802" sldId="490"/>
            <ac:spMk id="6" creationId="{C2202662-FAD3-46E1-9B03-7E7EFF31ABFC}"/>
          </ac:spMkLst>
        </pc:spChg>
        <pc:spChg chg="del">
          <ac:chgData name="Marcin Bartosiak" userId="d01ed0f4ecfdbb64" providerId="LiveId" clId="{469E585D-6CFC-4A02-8C67-A45CCD0F5313}" dt="2019-09-18T10:53:33.533" v="1580" actId="478"/>
          <ac:spMkLst>
            <pc:docMk/>
            <pc:sldMk cId="2440601802" sldId="490"/>
            <ac:spMk id="10" creationId="{E0D7D07A-EAB1-4750-A041-D51BB44B1117}"/>
          </ac:spMkLst>
        </pc:spChg>
        <pc:spChg chg="del">
          <ac:chgData name="Marcin Bartosiak" userId="d01ed0f4ecfdbb64" providerId="LiveId" clId="{469E585D-6CFC-4A02-8C67-A45CCD0F5313}" dt="2019-09-18T10:53:33.533" v="1580" actId="478"/>
          <ac:spMkLst>
            <pc:docMk/>
            <pc:sldMk cId="2440601802" sldId="490"/>
            <ac:spMk id="11" creationId="{51537EF8-B97B-4D9E-8D39-6AF9F74A1FA5}"/>
          </ac:spMkLst>
        </pc:spChg>
        <pc:spChg chg="del">
          <ac:chgData name="Marcin Bartosiak" userId="d01ed0f4ecfdbb64" providerId="LiveId" clId="{469E585D-6CFC-4A02-8C67-A45CCD0F5313}" dt="2019-09-18T10:53:33.533" v="1580" actId="478"/>
          <ac:spMkLst>
            <pc:docMk/>
            <pc:sldMk cId="2440601802" sldId="490"/>
            <ac:spMk id="12" creationId="{709D4A10-C777-408F-8FBF-C9AFA8CFD1FF}"/>
          </ac:spMkLst>
        </pc:spChg>
        <pc:spChg chg="del">
          <ac:chgData name="Marcin Bartosiak" userId="d01ed0f4ecfdbb64" providerId="LiveId" clId="{469E585D-6CFC-4A02-8C67-A45CCD0F5313}" dt="2019-09-18T10:53:33.533" v="1580" actId="478"/>
          <ac:spMkLst>
            <pc:docMk/>
            <pc:sldMk cId="2440601802" sldId="490"/>
            <ac:spMk id="13" creationId="{22471B74-6D06-463E-A8EC-F644F59B0814}"/>
          </ac:spMkLst>
        </pc:spChg>
        <pc:spChg chg="del">
          <ac:chgData name="Marcin Bartosiak" userId="d01ed0f4ecfdbb64" providerId="LiveId" clId="{469E585D-6CFC-4A02-8C67-A45CCD0F5313}" dt="2019-09-18T10:53:33.533" v="1580" actId="478"/>
          <ac:spMkLst>
            <pc:docMk/>
            <pc:sldMk cId="2440601802" sldId="490"/>
            <ac:spMk id="14" creationId="{F8D02DE0-31EC-4A66-9A56-BA1FD4914CB2}"/>
          </ac:spMkLst>
        </pc:spChg>
        <pc:spChg chg="del">
          <ac:chgData name="Marcin Bartosiak" userId="d01ed0f4ecfdbb64" providerId="LiveId" clId="{469E585D-6CFC-4A02-8C67-A45CCD0F5313}" dt="2019-09-18T10:53:33.533" v="1580" actId="478"/>
          <ac:spMkLst>
            <pc:docMk/>
            <pc:sldMk cId="2440601802" sldId="490"/>
            <ac:spMk id="15" creationId="{EBA042EE-4B16-41BD-AC3D-CD5498092EAF}"/>
          </ac:spMkLst>
        </pc:spChg>
        <pc:spChg chg="add">
          <ac:chgData name="Marcin Bartosiak" userId="d01ed0f4ecfdbb64" providerId="LiveId" clId="{469E585D-6CFC-4A02-8C67-A45CCD0F5313}" dt="2019-09-18T10:53:37.632" v="1582"/>
          <ac:spMkLst>
            <pc:docMk/>
            <pc:sldMk cId="2440601802" sldId="490"/>
            <ac:spMk id="16" creationId="{D290FC44-F135-4724-8E02-84AE66DCAB3A}"/>
          </ac:spMkLst>
        </pc:spChg>
        <pc:spChg chg="add">
          <ac:chgData name="Marcin Bartosiak" userId="d01ed0f4ecfdbb64" providerId="LiveId" clId="{469E585D-6CFC-4A02-8C67-A45CCD0F5313}" dt="2019-09-18T10:53:37.632" v="1582"/>
          <ac:spMkLst>
            <pc:docMk/>
            <pc:sldMk cId="2440601802" sldId="490"/>
            <ac:spMk id="18" creationId="{1FFE6510-2B59-4FB7-8E54-644E6209B84C}"/>
          </ac:spMkLst>
        </pc:spChg>
        <pc:spChg chg="add del mod">
          <ac:chgData name="Marcin Bartosiak" userId="d01ed0f4ecfdbb64" providerId="LiveId" clId="{469E585D-6CFC-4A02-8C67-A45CCD0F5313}" dt="2019-09-18T10:53:58.081" v="1590" actId="478"/>
          <ac:spMkLst>
            <pc:docMk/>
            <pc:sldMk cId="2440601802" sldId="490"/>
            <ac:spMk id="19" creationId="{D7E44C24-BA12-464A-80DB-2325155D46F2}"/>
          </ac:spMkLst>
        </pc:spChg>
        <pc:spChg chg="add mod">
          <ac:chgData name="Marcin Bartosiak" userId="d01ed0f4ecfdbb64" providerId="LiveId" clId="{469E585D-6CFC-4A02-8C67-A45CCD0F5313}" dt="2019-09-18T10:54:45.373" v="1604" actId="14100"/>
          <ac:spMkLst>
            <pc:docMk/>
            <pc:sldMk cId="2440601802" sldId="490"/>
            <ac:spMk id="20" creationId="{44F08A68-2D77-46A5-B2D0-D5A3981A02AE}"/>
          </ac:spMkLst>
        </pc:spChg>
        <pc:spChg chg="add mod">
          <ac:chgData name="Marcin Bartosiak" userId="d01ed0f4ecfdbb64" providerId="LiveId" clId="{469E585D-6CFC-4A02-8C67-A45CCD0F5313}" dt="2019-09-18T10:54:30.498" v="1600" actId="403"/>
          <ac:spMkLst>
            <pc:docMk/>
            <pc:sldMk cId="2440601802" sldId="490"/>
            <ac:spMk id="21" creationId="{69E5FB50-7BBB-4E96-B880-0106F256AEBD}"/>
          </ac:spMkLst>
        </pc:spChg>
        <pc:spChg chg="add mod">
          <ac:chgData name="Marcin Bartosiak" userId="d01ed0f4ecfdbb64" providerId="LiveId" clId="{469E585D-6CFC-4A02-8C67-A45CCD0F5313}" dt="2019-09-18T10:54:47.233" v="1605" actId="1076"/>
          <ac:spMkLst>
            <pc:docMk/>
            <pc:sldMk cId="2440601802" sldId="490"/>
            <ac:spMk id="22" creationId="{AD800135-3801-4E25-B8AA-87D543C6F10F}"/>
          </ac:spMkLst>
        </pc:spChg>
        <pc:spChg chg="add mod">
          <ac:chgData name="Marcin Bartosiak" userId="d01ed0f4ecfdbb64" providerId="LiveId" clId="{469E585D-6CFC-4A02-8C67-A45CCD0F5313}" dt="2019-09-18T10:54:36.534" v="1601" actId="14100"/>
          <ac:spMkLst>
            <pc:docMk/>
            <pc:sldMk cId="2440601802" sldId="490"/>
            <ac:spMk id="23" creationId="{1F451DB3-B63F-4D98-A76C-A10C0410C8E0}"/>
          </ac:spMkLst>
        </pc:spChg>
        <pc:spChg chg="add mod">
          <ac:chgData name="Marcin Bartosiak" userId="d01ed0f4ecfdbb64" providerId="LiveId" clId="{469E585D-6CFC-4A02-8C67-A45CCD0F5313}" dt="2019-09-18T10:54:24.488" v="1598" actId="571"/>
          <ac:spMkLst>
            <pc:docMk/>
            <pc:sldMk cId="2440601802" sldId="490"/>
            <ac:spMk id="24" creationId="{3E5E9B38-AE0C-428C-8870-8CDFAEC81365}"/>
          </ac:spMkLst>
        </pc:spChg>
        <pc:spChg chg="add mod">
          <ac:chgData name="Marcin Bartosiak" userId="d01ed0f4ecfdbb64" providerId="LiveId" clId="{469E585D-6CFC-4A02-8C67-A45CCD0F5313}" dt="2019-09-18T10:54:24.488" v="1598" actId="571"/>
          <ac:spMkLst>
            <pc:docMk/>
            <pc:sldMk cId="2440601802" sldId="490"/>
            <ac:spMk id="25" creationId="{6B4920AB-DCC1-4382-8CEC-94B29801A6E2}"/>
          </ac:spMkLst>
        </pc:spChg>
        <pc:picChg chg="del">
          <ac:chgData name="Marcin Bartosiak" userId="d01ed0f4ecfdbb64" providerId="LiveId" clId="{469E585D-6CFC-4A02-8C67-A45CCD0F5313}" dt="2019-09-18T10:53:33.533" v="1580" actId="478"/>
          <ac:picMkLst>
            <pc:docMk/>
            <pc:sldMk cId="2440601802" sldId="490"/>
            <ac:picMk id="7" creationId="{3CE3AC2D-B4DE-45EC-B07A-8D09F24A1090}"/>
          </ac:picMkLst>
        </pc:picChg>
        <pc:picChg chg="del">
          <ac:chgData name="Marcin Bartosiak" userId="d01ed0f4ecfdbb64" providerId="LiveId" clId="{469E585D-6CFC-4A02-8C67-A45CCD0F5313}" dt="2019-09-18T10:53:33.533" v="1580" actId="478"/>
          <ac:picMkLst>
            <pc:docMk/>
            <pc:sldMk cId="2440601802" sldId="490"/>
            <ac:picMk id="8" creationId="{C8C550F4-3A90-4C77-A80F-8144698D4920}"/>
          </ac:picMkLst>
        </pc:picChg>
        <pc:picChg chg="del">
          <ac:chgData name="Marcin Bartosiak" userId="d01ed0f4ecfdbb64" providerId="LiveId" clId="{469E585D-6CFC-4A02-8C67-A45CCD0F5313}" dt="2019-09-18T10:53:33.533" v="1580" actId="478"/>
          <ac:picMkLst>
            <pc:docMk/>
            <pc:sldMk cId="2440601802" sldId="490"/>
            <ac:picMk id="9" creationId="{46D8D579-A355-4AF2-8E2B-1DD04D611AA1}"/>
          </ac:picMkLst>
        </pc:picChg>
        <pc:picChg chg="add mod">
          <ac:chgData name="Marcin Bartosiak" userId="d01ed0f4ecfdbb64" providerId="LiveId" clId="{469E585D-6CFC-4A02-8C67-A45CCD0F5313}" dt="2019-09-18T10:53:56.184" v="1588" actId="1076"/>
          <ac:picMkLst>
            <pc:docMk/>
            <pc:sldMk cId="2440601802" sldId="490"/>
            <ac:picMk id="17" creationId="{0504026F-16BF-425B-A573-0C984DE09572}"/>
          </ac:picMkLst>
        </pc:picChg>
      </pc:sldChg>
      <pc:sldChg chg="addSp delSp modSp add">
        <pc:chgData name="Marcin Bartosiak" userId="d01ed0f4ecfdbb64" providerId="LiveId" clId="{469E585D-6CFC-4A02-8C67-A45CCD0F5313}" dt="2019-09-18T12:10:54.279" v="1740" actId="14100"/>
        <pc:sldMkLst>
          <pc:docMk/>
          <pc:sldMk cId="3805757250" sldId="491"/>
        </pc:sldMkLst>
        <pc:spChg chg="mod">
          <ac:chgData name="Marcin Bartosiak" userId="d01ed0f4ecfdbb64" providerId="LiveId" clId="{469E585D-6CFC-4A02-8C67-A45CCD0F5313}" dt="2019-09-18T12:10:24.285" v="1718" actId="20577"/>
          <ac:spMkLst>
            <pc:docMk/>
            <pc:sldMk cId="3805757250" sldId="491"/>
            <ac:spMk id="2" creationId="{4F3368F2-FEA1-4A0B-84AA-DDC9A8E431F6}"/>
          </ac:spMkLst>
        </pc:spChg>
        <pc:spChg chg="add del mod">
          <ac:chgData name="Marcin Bartosiak" userId="d01ed0f4ecfdbb64" providerId="LiveId" clId="{469E585D-6CFC-4A02-8C67-A45CCD0F5313}" dt="2019-09-18T12:09:34.491" v="1656" actId="478"/>
          <ac:spMkLst>
            <pc:docMk/>
            <pc:sldMk cId="3805757250" sldId="491"/>
            <ac:spMk id="4" creationId="{A65A4800-FC78-4DC0-AB84-B01CD3B21479}"/>
          </ac:spMkLst>
        </pc:spChg>
        <pc:spChg chg="add mod">
          <ac:chgData name="Marcin Bartosiak" userId="d01ed0f4ecfdbb64" providerId="LiveId" clId="{469E585D-6CFC-4A02-8C67-A45CCD0F5313}" dt="2019-09-18T12:10:54.279" v="1740" actId="14100"/>
          <ac:spMkLst>
            <pc:docMk/>
            <pc:sldMk cId="3805757250" sldId="491"/>
            <ac:spMk id="6" creationId="{3401F06E-812C-499D-AEF6-E4AB9488263D}"/>
          </ac:spMkLst>
        </pc:spChg>
        <pc:spChg chg="del">
          <ac:chgData name="Marcin Bartosiak" userId="d01ed0f4ecfdbb64" providerId="LiveId" clId="{469E585D-6CFC-4A02-8C67-A45CCD0F5313}" dt="2019-09-18T12:09:32.980" v="1655" actId="478"/>
          <ac:spMkLst>
            <pc:docMk/>
            <pc:sldMk cId="3805757250" sldId="491"/>
            <ac:spMk id="7" creationId="{A020C986-B85D-40FA-B550-2DC99B8A71D3}"/>
          </ac:spMkLst>
        </pc:spChg>
      </pc:sldChg>
      <pc:sldChg chg="addSp delSp modSp add modAnim">
        <pc:chgData name="Marcin Bartosiak" userId="d01ed0f4ecfdbb64" providerId="LiveId" clId="{469E585D-6CFC-4A02-8C67-A45CCD0F5313}" dt="2019-09-27T11:01:08.741" v="2507" actId="20577"/>
        <pc:sldMkLst>
          <pc:docMk/>
          <pc:sldMk cId="1589000419" sldId="492"/>
        </pc:sldMkLst>
        <pc:spChg chg="mod">
          <ac:chgData name="Marcin Bartosiak" userId="d01ed0f4ecfdbb64" providerId="LiveId" clId="{469E585D-6CFC-4A02-8C67-A45CCD0F5313}" dt="2019-09-18T12:54:46.214" v="1794" actId="20577"/>
          <ac:spMkLst>
            <pc:docMk/>
            <pc:sldMk cId="1589000419" sldId="492"/>
            <ac:spMk id="2" creationId="{4F3368F2-FEA1-4A0B-84AA-DDC9A8E431F6}"/>
          </ac:spMkLst>
        </pc:spChg>
        <pc:spChg chg="add del mod">
          <ac:chgData name="Marcin Bartosiak" userId="d01ed0f4ecfdbb64" providerId="LiveId" clId="{469E585D-6CFC-4A02-8C67-A45CCD0F5313}" dt="2019-09-18T12:12:56.839" v="1744" actId="478"/>
          <ac:spMkLst>
            <pc:docMk/>
            <pc:sldMk cId="1589000419" sldId="492"/>
            <ac:spMk id="4" creationId="{515FECB3-92D4-48B9-8ACE-1E13E427F57B}"/>
          </ac:spMkLst>
        </pc:spChg>
        <pc:spChg chg="add mod">
          <ac:chgData name="Marcin Bartosiak" userId="d01ed0f4ecfdbb64" providerId="LiveId" clId="{469E585D-6CFC-4A02-8C67-A45CCD0F5313}" dt="2019-09-27T11:01:08.741" v="2507" actId="20577"/>
          <ac:spMkLst>
            <pc:docMk/>
            <pc:sldMk cId="1589000419" sldId="492"/>
            <ac:spMk id="5" creationId="{77A7EED0-40CE-4E7B-B363-1EB07C9EF2F2}"/>
          </ac:spMkLst>
        </pc:spChg>
        <pc:spChg chg="del">
          <ac:chgData name="Marcin Bartosiak" userId="d01ed0f4ecfdbb64" providerId="LiveId" clId="{469E585D-6CFC-4A02-8C67-A45CCD0F5313}" dt="2019-09-18T12:12:48.350" v="1742" actId="478"/>
          <ac:spMkLst>
            <pc:docMk/>
            <pc:sldMk cId="1589000419" sldId="492"/>
            <ac:spMk id="6" creationId="{3401F06E-812C-499D-AEF6-E4AB9488263D}"/>
          </ac:spMkLst>
        </pc:spChg>
        <pc:spChg chg="add del">
          <ac:chgData name="Marcin Bartosiak" userId="d01ed0f4ecfdbb64" providerId="LiveId" clId="{469E585D-6CFC-4A02-8C67-A45CCD0F5313}" dt="2019-09-18T12:14:31.131" v="1755"/>
          <ac:spMkLst>
            <pc:docMk/>
            <pc:sldMk cId="1589000419" sldId="492"/>
            <ac:spMk id="7" creationId="{3C48C60B-2BA1-4C6B-83FA-C02DDC6453D9}"/>
          </ac:spMkLst>
        </pc:spChg>
      </pc:sldChg>
      <pc:sldChg chg="addSp modSp add ord modAnim">
        <pc:chgData name="Marcin Bartosiak" userId="d01ed0f4ecfdbb64" providerId="LiveId" clId="{469E585D-6CFC-4A02-8C67-A45CCD0F5313}" dt="2019-09-18T12:14:59.025" v="1760" actId="1076"/>
        <pc:sldMkLst>
          <pc:docMk/>
          <pc:sldMk cId="1438908292" sldId="493"/>
        </pc:sldMkLst>
        <pc:spChg chg="add mod">
          <ac:chgData name="Marcin Bartosiak" userId="d01ed0f4ecfdbb64" providerId="LiveId" clId="{469E585D-6CFC-4A02-8C67-A45CCD0F5313}" dt="2019-09-18T12:14:59.025" v="1760" actId="1076"/>
          <ac:spMkLst>
            <pc:docMk/>
            <pc:sldMk cId="1438908292" sldId="493"/>
            <ac:spMk id="4" creationId="{5C97C50D-C0E0-408E-B0DB-A82657D07B64}"/>
          </ac:spMkLst>
        </pc:spChg>
      </pc:sldChg>
      <pc:sldChg chg="modSp add ord">
        <pc:chgData name="Marcin Bartosiak" userId="d01ed0f4ecfdbb64" providerId="LiveId" clId="{469E585D-6CFC-4A02-8C67-A45CCD0F5313}" dt="2019-09-27T11:02:05.291" v="2511" actId="20577"/>
        <pc:sldMkLst>
          <pc:docMk/>
          <pc:sldMk cId="1131326129" sldId="494"/>
        </pc:sldMkLst>
        <pc:spChg chg="mod">
          <ac:chgData name="Marcin Bartosiak" userId="d01ed0f4ecfdbb64" providerId="LiveId" clId="{469E585D-6CFC-4A02-8C67-A45CCD0F5313}" dt="2019-09-18T12:54:41.981" v="1792" actId="20577"/>
          <ac:spMkLst>
            <pc:docMk/>
            <pc:sldMk cId="1131326129" sldId="494"/>
            <ac:spMk id="2" creationId="{4F3368F2-FEA1-4A0B-84AA-DDC9A8E431F6}"/>
          </ac:spMkLst>
        </pc:spChg>
        <pc:spChg chg="mod">
          <ac:chgData name="Marcin Bartosiak" userId="d01ed0f4ecfdbb64" providerId="LiveId" clId="{469E585D-6CFC-4A02-8C67-A45CCD0F5313}" dt="2019-09-27T11:02:05.291" v="2511" actId="20577"/>
          <ac:spMkLst>
            <pc:docMk/>
            <pc:sldMk cId="1131326129" sldId="494"/>
            <ac:spMk id="5" creationId="{77A7EED0-40CE-4E7B-B363-1EB07C9EF2F2}"/>
          </ac:spMkLst>
        </pc:spChg>
      </pc:sldChg>
      <pc:sldChg chg="delSp modSp add ord delAnim modAnim">
        <pc:chgData name="Marcin Bartosiak" userId="d01ed0f4ecfdbb64" providerId="LiveId" clId="{469E585D-6CFC-4A02-8C67-A45CCD0F5313}" dt="2019-09-27T11:19:03.025" v="2547" actId="20577"/>
        <pc:sldMkLst>
          <pc:docMk/>
          <pc:sldMk cId="3596607639" sldId="495"/>
        </pc:sldMkLst>
        <pc:spChg chg="mod">
          <ac:chgData name="Marcin Bartosiak" userId="d01ed0f4ecfdbb64" providerId="LiveId" clId="{469E585D-6CFC-4A02-8C67-A45CCD0F5313}" dt="2019-09-18T12:49:26.307" v="1772"/>
          <ac:spMkLst>
            <pc:docMk/>
            <pc:sldMk cId="3596607639" sldId="495"/>
            <ac:spMk id="3" creationId="{1E8E0E66-2C44-4A85-9F0A-289B497F7D39}"/>
          </ac:spMkLst>
        </pc:spChg>
        <pc:spChg chg="mod">
          <ac:chgData name="Marcin Bartosiak" userId="d01ed0f4ecfdbb64" providerId="LiveId" clId="{469E585D-6CFC-4A02-8C67-A45CCD0F5313}" dt="2019-09-27T11:19:03.025" v="2547" actId="20577"/>
          <ac:spMkLst>
            <pc:docMk/>
            <pc:sldMk cId="3596607639" sldId="495"/>
            <ac:spMk id="5" creationId="{503B8290-C63A-450D-AAFE-74B6325B2EC3}"/>
          </ac:spMkLst>
        </pc:spChg>
        <pc:spChg chg="del">
          <ac:chgData name="Marcin Bartosiak" userId="d01ed0f4ecfdbb64" providerId="LiveId" clId="{469E585D-6CFC-4A02-8C67-A45CCD0F5313}" dt="2019-09-18T12:48:38.180" v="1768" actId="478"/>
          <ac:spMkLst>
            <pc:docMk/>
            <pc:sldMk cId="3596607639" sldId="495"/>
            <ac:spMk id="6" creationId="{71DB6225-F3D2-48BB-A596-89DE1A70F728}"/>
          </ac:spMkLst>
        </pc:spChg>
        <pc:spChg chg="del">
          <ac:chgData name="Marcin Bartosiak" userId="d01ed0f4ecfdbb64" providerId="LiveId" clId="{469E585D-6CFC-4A02-8C67-A45CCD0F5313}" dt="2019-09-18T12:48:39.994" v="1769" actId="478"/>
          <ac:spMkLst>
            <pc:docMk/>
            <pc:sldMk cId="3596607639" sldId="495"/>
            <ac:spMk id="7" creationId="{E101A454-D46F-4B0B-893E-1C48E1F09F5C}"/>
          </ac:spMkLst>
        </pc:spChg>
        <pc:spChg chg="del mod">
          <ac:chgData name="Marcin Bartosiak" userId="d01ed0f4ecfdbb64" providerId="LiveId" clId="{469E585D-6CFC-4A02-8C67-A45CCD0F5313}" dt="2019-09-18T12:48:34.843" v="1767" actId="478"/>
          <ac:spMkLst>
            <pc:docMk/>
            <pc:sldMk cId="3596607639" sldId="495"/>
            <ac:spMk id="8" creationId="{3375548A-6491-450F-8C68-4609BC5FF0C7}"/>
          </ac:spMkLst>
        </pc:spChg>
      </pc:sldChg>
      <pc:sldChg chg="modSp add ord">
        <pc:chgData name="Marcin Bartosiak" userId="d01ed0f4ecfdbb64" providerId="LiveId" clId="{469E585D-6CFC-4A02-8C67-A45CCD0F5313}" dt="2019-09-27T11:02:58.931" v="2515" actId="20577"/>
        <pc:sldMkLst>
          <pc:docMk/>
          <pc:sldMk cId="2607963637" sldId="496"/>
        </pc:sldMkLst>
        <pc:spChg chg="mod">
          <ac:chgData name="Marcin Bartosiak" userId="d01ed0f4ecfdbb64" providerId="LiveId" clId="{469E585D-6CFC-4A02-8C67-A45CCD0F5313}" dt="2019-09-18T12:54:51.734" v="1796" actId="20577"/>
          <ac:spMkLst>
            <pc:docMk/>
            <pc:sldMk cId="2607963637" sldId="496"/>
            <ac:spMk id="2" creationId="{4F3368F2-FEA1-4A0B-84AA-DDC9A8E431F6}"/>
          </ac:spMkLst>
        </pc:spChg>
        <pc:spChg chg="mod">
          <ac:chgData name="Marcin Bartosiak" userId="d01ed0f4ecfdbb64" providerId="LiveId" clId="{469E585D-6CFC-4A02-8C67-A45CCD0F5313}" dt="2019-09-27T11:02:58.931" v="2515" actId="20577"/>
          <ac:spMkLst>
            <pc:docMk/>
            <pc:sldMk cId="2607963637" sldId="496"/>
            <ac:spMk id="5" creationId="{77A7EED0-40CE-4E7B-B363-1EB07C9EF2F2}"/>
          </ac:spMkLst>
        </pc:spChg>
      </pc:sldChg>
      <pc:sldChg chg="modSp add ord">
        <pc:chgData name="Marcin Bartosiak" userId="d01ed0f4ecfdbb64" providerId="LiveId" clId="{469E585D-6CFC-4A02-8C67-A45CCD0F5313}" dt="2019-09-27T11:18:53.877" v="2541" actId="20577"/>
        <pc:sldMkLst>
          <pc:docMk/>
          <pc:sldMk cId="2247445413" sldId="497"/>
        </pc:sldMkLst>
        <pc:spChg chg="mod">
          <ac:chgData name="Marcin Bartosiak" userId="d01ed0f4ecfdbb64" providerId="LiveId" clId="{469E585D-6CFC-4A02-8C67-A45CCD0F5313}" dt="2019-09-27T11:18:53.877" v="2541" actId="20577"/>
          <ac:spMkLst>
            <pc:docMk/>
            <pc:sldMk cId="2247445413" sldId="497"/>
            <ac:spMk id="5" creationId="{503B8290-C63A-450D-AAFE-74B6325B2EC3}"/>
          </ac:spMkLst>
        </pc:spChg>
      </pc:sldChg>
      <pc:sldChg chg="modSp add ord">
        <pc:chgData name="Marcin Bartosiak" userId="d01ed0f4ecfdbb64" providerId="LiveId" clId="{469E585D-6CFC-4A02-8C67-A45CCD0F5313}" dt="2019-09-27T11:04:14.880" v="2519" actId="20577"/>
        <pc:sldMkLst>
          <pc:docMk/>
          <pc:sldMk cId="2420615508" sldId="498"/>
        </pc:sldMkLst>
        <pc:spChg chg="mod">
          <ac:chgData name="Marcin Bartosiak" userId="d01ed0f4ecfdbb64" providerId="LiveId" clId="{469E585D-6CFC-4A02-8C67-A45CCD0F5313}" dt="2019-09-27T11:04:14.880" v="2519" actId="20577"/>
          <ac:spMkLst>
            <pc:docMk/>
            <pc:sldMk cId="2420615508" sldId="498"/>
            <ac:spMk id="5" creationId="{77A7EED0-40CE-4E7B-B363-1EB07C9EF2F2}"/>
          </ac:spMkLst>
        </pc:spChg>
      </pc:sldChg>
      <pc:sldChg chg="modSp add ord">
        <pc:chgData name="Marcin Bartosiak" userId="d01ed0f4ecfdbb64" providerId="LiveId" clId="{469E585D-6CFC-4A02-8C67-A45CCD0F5313}" dt="2019-09-27T11:18:46.792" v="2537" actId="20577"/>
        <pc:sldMkLst>
          <pc:docMk/>
          <pc:sldMk cId="1985091193" sldId="499"/>
        </pc:sldMkLst>
        <pc:spChg chg="mod">
          <ac:chgData name="Marcin Bartosiak" userId="d01ed0f4ecfdbb64" providerId="LiveId" clId="{469E585D-6CFC-4A02-8C67-A45CCD0F5313}" dt="2019-09-27T11:18:46.792" v="2537" actId="20577"/>
          <ac:spMkLst>
            <pc:docMk/>
            <pc:sldMk cId="1985091193" sldId="499"/>
            <ac:spMk id="5" creationId="{503B8290-C63A-450D-AAFE-74B6325B2EC3}"/>
          </ac:spMkLst>
        </pc:spChg>
      </pc:sldChg>
      <pc:sldChg chg="modSp add ord">
        <pc:chgData name="Marcin Bartosiak" userId="d01ed0f4ecfdbb64" providerId="LiveId" clId="{469E585D-6CFC-4A02-8C67-A45CCD0F5313}" dt="2019-09-27T11:07:16.232" v="2524" actId="20577"/>
        <pc:sldMkLst>
          <pc:docMk/>
          <pc:sldMk cId="646916555" sldId="500"/>
        </pc:sldMkLst>
        <pc:spChg chg="mod">
          <ac:chgData name="Marcin Bartosiak" userId="d01ed0f4ecfdbb64" providerId="LiveId" clId="{469E585D-6CFC-4A02-8C67-A45CCD0F5313}" dt="2019-09-27T11:07:16.232" v="2524" actId="20577"/>
          <ac:spMkLst>
            <pc:docMk/>
            <pc:sldMk cId="646916555" sldId="500"/>
            <ac:spMk id="5" creationId="{77A7EED0-40CE-4E7B-B363-1EB07C9EF2F2}"/>
          </ac:spMkLst>
        </pc:spChg>
      </pc:sldChg>
      <pc:sldChg chg="add del">
        <pc:chgData name="Marcin Bartosiak" userId="d01ed0f4ecfdbb64" providerId="LiveId" clId="{469E585D-6CFC-4A02-8C67-A45CCD0F5313}" dt="2019-09-18T13:40:28.624" v="1995" actId="2696"/>
        <pc:sldMkLst>
          <pc:docMk/>
          <pc:sldMk cId="2731790167" sldId="501"/>
        </pc:sldMkLst>
      </pc:sldChg>
      <pc:sldChg chg="modSp add del ord">
        <pc:chgData name="Marcin Bartosiak" userId="d01ed0f4ecfdbb64" providerId="LiveId" clId="{469E585D-6CFC-4A02-8C67-A45CCD0F5313}" dt="2019-09-26T16:10:47.874" v="2486" actId="20577"/>
        <pc:sldMkLst>
          <pc:docMk/>
          <pc:sldMk cId="695713294" sldId="502"/>
        </pc:sldMkLst>
        <pc:spChg chg="mod">
          <ac:chgData name="Marcin Bartosiak" userId="d01ed0f4ecfdbb64" providerId="LiveId" clId="{469E585D-6CFC-4A02-8C67-A45CCD0F5313}" dt="2019-09-26T16:10:47.874" v="2486" actId="20577"/>
          <ac:spMkLst>
            <pc:docMk/>
            <pc:sldMk cId="695713294" sldId="502"/>
            <ac:spMk id="9" creationId="{CB66BB81-4A97-45E8-9BED-6AE071964A45}"/>
          </ac:spMkLst>
        </pc:spChg>
      </pc:sldChg>
      <pc:sldChg chg="modSp add ord">
        <pc:chgData name="Marcin Bartosiak" userId="d01ed0f4ecfdbb64" providerId="LiveId" clId="{469E585D-6CFC-4A02-8C67-A45CCD0F5313}" dt="2019-09-18T13:47:52.809" v="2070" actId="20577"/>
        <pc:sldMkLst>
          <pc:docMk/>
          <pc:sldMk cId="2727459910" sldId="503"/>
        </pc:sldMkLst>
        <pc:spChg chg="mod">
          <ac:chgData name="Marcin Bartosiak" userId="d01ed0f4ecfdbb64" providerId="LiveId" clId="{469E585D-6CFC-4A02-8C67-A45CCD0F5313}" dt="2019-09-18T13:47:52.809" v="2070" actId="20577"/>
          <ac:spMkLst>
            <pc:docMk/>
            <pc:sldMk cId="2727459910" sldId="503"/>
            <ac:spMk id="3" creationId="{1E8E0E66-2C44-4A85-9F0A-289B497F7D39}"/>
          </ac:spMkLst>
        </pc:spChg>
        <pc:spChg chg="mod">
          <ac:chgData name="Marcin Bartosiak" userId="d01ed0f4ecfdbb64" providerId="LiveId" clId="{469E585D-6CFC-4A02-8C67-A45CCD0F5313}" dt="2019-09-18T13:47:44.580" v="2060" actId="20577"/>
          <ac:spMkLst>
            <pc:docMk/>
            <pc:sldMk cId="2727459910" sldId="503"/>
            <ac:spMk id="4" creationId="{C9107FEB-35B0-4337-9E69-B7C3197AEBFC}"/>
          </ac:spMkLst>
        </pc:spChg>
      </pc:sldChg>
      <pc:sldChg chg="modSp add">
        <pc:chgData name="Marcin Bartosiak" userId="d01ed0f4ecfdbb64" providerId="LiveId" clId="{469E585D-6CFC-4A02-8C67-A45CCD0F5313}" dt="2019-09-18T13:48:22.250" v="2094" actId="20577"/>
        <pc:sldMkLst>
          <pc:docMk/>
          <pc:sldMk cId="411326814" sldId="504"/>
        </pc:sldMkLst>
        <pc:spChg chg="mod">
          <ac:chgData name="Marcin Bartosiak" userId="d01ed0f4ecfdbb64" providerId="LiveId" clId="{469E585D-6CFC-4A02-8C67-A45CCD0F5313}" dt="2019-09-18T13:48:15.930" v="2092" actId="20577"/>
          <ac:spMkLst>
            <pc:docMk/>
            <pc:sldMk cId="411326814" sldId="504"/>
            <ac:spMk id="3" creationId="{1E8E0E66-2C44-4A85-9F0A-289B497F7D39}"/>
          </ac:spMkLst>
        </pc:spChg>
        <pc:spChg chg="mod">
          <ac:chgData name="Marcin Bartosiak" userId="d01ed0f4ecfdbb64" providerId="LiveId" clId="{469E585D-6CFC-4A02-8C67-A45CCD0F5313}" dt="2019-09-18T13:48:22.250" v="2094" actId="20577"/>
          <ac:spMkLst>
            <pc:docMk/>
            <pc:sldMk cId="411326814" sldId="504"/>
            <ac:spMk id="4" creationId="{C9107FEB-35B0-4337-9E69-B7C3197AEBFC}"/>
          </ac:spMkLst>
        </pc:spChg>
      </pc:sldChg>
      <pc:sldChg chg="addSp delSp modSp add setBg">
        <pc:chgData name="Marcin Bartosiak" userId="d01ed0f4ecfdbb64" providerId="LiveId" clId="{469E585D-6CFC-4A02-8C67-A45CCD0F5313}" dt="2019-09-18T13:49:40.648" v="2105"/>
        <pc:sldMkLst>
          <pc:docMk/>
          <pc:sldMk cId="839255092" sldId="505"/>
        </pc:sldMkLst>
        <pc:spChg chg="del">
          <ac:chgData name="Marcin Bartosiak" userId="d01ed0f4ecfdbb64" providerId="LiveId" clId="{469E585D-6CFC-4A02-8C67-A45CCD0F5313}" dt="2019-09-18T13:48:57.524" v="2096" actId="478"/>
          <ac:spMkLst>
            <pc:docMk/>
            <pc:sldMk cId="839255092" sldId="505"/>
            <ac:spMk id="3" creationId="{1E8E0E66-2C44-4A85-9F0A-289B497F7D39}"/>
          </ac:spMkLst>
        </pc:spChg>
        <pc:spChg chg="del">
          <ac:chgData name="Marcin Bartosiak" userId="d01ed0f4ecfdbb64" providerId="LiveId" clId="{469E585D-6CFC-4A02-8C67-A45CCD0F5313}" dt="2019-09-18T13:48:59.877" v="2097" actId="478"/>
          <ac:spMkLst>
            <pc:docMk/>
            <pc:sldMk cId="839255092" sldId="505"/>
            <ac:spMk id="4" creationId="{C9107FEB-35B0-4337-9E69-B7C3197AEBFC}"/>
          </ac:spMkLst>
        </pc:spChg>
        <pc:spChg chg="add del mod">
          <ac:chgData name="Marcin Bartosiak" userId="d01ed0f4ecfdbb64" providerId="LiveId" clId="{469E585D-6CFC-4A02-8C67-A45CCD0F5313}" dt="2019-09-18T13:49:02.505" v="2099" actId="478"/>
          <ac:spMkLst>
            <pc:docMk/>
            <pc:sldMk cId="839255092" sldId="505"/>
            <ac:spMk id="5" creationId="{BA78B2B2-B183-4546-8CE7-16EF456D47AE}"/>
          </ac:spMkLst>
        </pc:spChg>
        <pc:spChg chg="add del mod">
          <ac:chgData name="Marcin Bartosiak" userId="d01ed0f4ecfdbb64" providerId="LiveId" clId="{469E585D-6CFC-4A02-8C67-A45CCD0F5313}" dt="2019-09-18T13:49:01.485" v="2098" actId="478"/>
          <ac:spMkLst>
            <pc:docMk/>
            <pc:sldMk cId="839255092" sldId="505"/>
            <ac:spMk id="7" creationId="{0E03A9C1-CB21-459B-91BB-D83F0A816041}"/>
          </ac:spMkLst>
        </pc:spChg>
        <pc:spChg chg="add mod">
          <ac:chgData name="Marcin Bartosiak" userId="d01ed0f4ecfdbb64" providerId="LiveId" clId="{469E585D-6CFC-4A02-8C67-A45CCD0F5313}" dt="2019-09-18T13:49:23.136" v="2103" actId="14100"/>
          <ac:spMkLst>
            <pc:docMk/>
            <pc:sldMk cId="839255092" sldId="505"/>
            <ac:spMk id="8" creationId="{FFC93950-44CB-4E13-B954-84D16C23EDC9}"/>
          </ac:spMkLst>
        </pc:spChg>
      </pc:sldChg>
      <pc:sldChg chg="addSp delSp modSp add ord modAnim">
        <pc:chgData name="Marcin Bartosiak" userId="d01ed0f4ecfdbb64" providerId="LiveId" clId="{469E585D-6CFC-4A02-8C67-A45CCD0F5313}" dt="2019-09-18T13:52:19.366" v="2146" actId="207"/>
        <pc:sldMkLst>
          <pc:docMk/>
          <pc:sldMk cId="1258562211" sldId="506"/>
        </pc:sldMkLst>
        <pc:spChg chg="mod">
          <ac:chgData name="Marcin Bartosiak" userId="d01ed0f4ecfdbb64" providerId="LiveId" clId="{469E585D-6CFC-4A02-8C67-A45CCD0F5313}" dt="2019-09-18T13:51:55.540" v="2142" actId="1076"/>
          <ac:spMkLst>
            <pc:docMk/>
            <pc:sldMk cId="1258562211" sldId="506"/>
            <ac:spMk id="3" creationId="{1E8E0E66-2C44-4A85-9F0A-289B497F7D39}"/>
          </ac:spMkLst>
        </pc:spChg>
        <pc:spChg chg="del">
          <ac:chgData name="Marcin Bartosiak" userId="d01ed0f4ecfdbb64" providerId="LiveId" clId="{469E585D-6CFC-4A02-8C67-A45CCD0F5313}" dt="2019-09-18T13:51:50.814" v="2138" actId="478"/>
          <ac:spMkLst>
            <pc:docMk/>
            <pc:sldMk cId="1258562211" sldId="506"/>
            <ac:spMk id="4" creationId="{C9107FEB-35B0-4337-9E69-B7C3197AEBFC}"/>
          </ac:spMkLst>
        </pc:spChg>
        <pc:spChg chg="add del mod">
          <ac:chgData name="Marcin Bartosiak" userId="d01ed0f4ecfdbb64" providerId="LiveId" clId="{469E585D-6CFC-4A02-8C67-A45CCD0F5313}" dt="2019-09-18T13:51:53.517" v="2140" actId="478"/>
          <ac:spMkLst>
            <pc:docMk/>
            <pc:sldMk cId="1258562211" sldId="506"/>
            <ac:spMk id="5" creationId="{7FA20AAB-BFC8-4C19-A3CC-99BE3264FD77}"/>
          </ac:spMkLst>
        </pc:spChg>
        <pc:spChg chg="add mod">
          <ac:chgData name="Marcin Bartosiak" userId="d01ed0f4ecfdbb64" providerId="LiveId" clId="{469E585D-6CFC-4A02-8C67-A45CCD0F5313}" dt="2019-09-18T13:52:19.366" v="2146" actId="207"/>
          <ac:spMkLst>
            <pc:docMk/>
            <pc:sldMk cId="1258562211" sldId="506"/>
            <ac:spMk id="7" creationId="{50ACB683-3CA3-442A-A969-FB4ADA4F83A8}"/>
          </ac:spMkLst>
        </pc:spChg>
        <pc:picChg chg="add mod">
          <ac:chgData name="Marcin Bartosiak" userId="d01ed0f4ecfdbb64" providerId="LiveId" clId="{469E585D-6CFC-4A02-8C67-A45CCD0F5313}" dt="2019-09-18T13:52:08.055" v="2144" actId="1076"/>
          <ac:picMkLst>
            <pc:docMk/>
            <pc:sldMk cId="1258562211" sldId="506"/>
            <ac:picMk id="6" creationId="{04BD2380-89CB-4984-BCD0-D11236DF715E}"/>
          </ac:picMkLst>
        </pc:picChg>
      </pc:sldChg>
      <pc:sldChg chg="addSp delSp modSp add delAnim modAnim">
        <pc:chgData name="Marcin Bartosiak" userId="d01ed0f4ecfdbb64" providerId="LiveId" clId="{469E585D-6CFC-4A02-8C67-A45CCD0F5313}" dt="2019-09-18T13:54:08.173" v="2162" actId="1076"/>
        <pc:sldMkLst>
          <pc:docMk/>
          <pc:sldMk cId="998743348" sldId="507"/>
        </pc:sldMkLst>
        <pc:spChg chg="mod">
          <ac:chgData name="Marcin Bartosiak" userId="d01ed0f4ecfdbb64" providerId="LiveId" clId="{469E585D-6CFC-4A02-8C67-A45CCD0F5313}" dt="2019-09-18T13:54:01.037" v="2161" actId="1076"/>
          <ac:spMkLst>
            <pc:docMk/>
            <pc:sldMk cId="998743348" sldId="507"/>
            <ac:spMk id="3" creationId="{1E8E0E66-2C44-4A85-9F0A-289B497F7D39}"/>
          </ac:spMkLst>
        </pc:spChg>
        <pc:spChg chg="del">
          <ac:chgData name="Marcin Bartosiak" userId="d01ed0f4ecfdbb64" providerId="LiveId" clId="{469E585D-6CFC-4A02-8C67-A45CCD0F5313}" dt="2019-09-18T13:52:59.596" v="2148" actId="478"/>
          <ac:spMkLst>
            <pc:docMk/>
            <pc:sldMk cId="998743348" sldId="507"/>
            <ac:spMk id="7" creationId="{50ACB683-3CA3-442A-A969-FB4ADA4F83A8}"/>
          </ac:spMkLst>
        </pc:spChg>
        <pc:spChg chg="add mod">
          <ac:chgData name="Marcin Bartosiak" userId="d01ed0f4ecfdbb64" providerId="LiveId" clId="{469E585D-6CFC-4A02-8C67-A45CCD0F5313}" dt="2019-09-18T13:54:08.173" v="2162" actId="1076"/>
          <ac:spMkLst>
            <pc:docMk/>
            <pc:sldMk cId="998743348" sldId="507"/>
            <ac:spMk id="8" creationId="{2975DE36-CA9D-4DAE-954B-850D658E6900}"/>
          </ac:spMkLst>
        </pc:spChg>
        <pc:picChg chg="add mod">
          <ac:chgData name="Marcin Bartosiak" userId="d01ed0f4ecfdbb64" providerId="LiveId" clId="{469E585D-6CFC-4A02-8C67-A45CCD0F5313}" dt="2019-09-18T13:54:08.173" v="2162" actId="1076"/>
          <ac:picMkLst>
            <pc:docMk/>
            <pc:sldMk cId="998743348" sldId="507"/>
            <ac:picMk id="5" creationId="{05D8D221-5385-4017-8CBE-5F63635D0E39}"/>
          </ac:picMkLst>
        </pc:picChg>
        <pc:picChg chg="del">
          <ac:chgData name="Marcin Bartosiak" userId="d01ed0f4ecfdbb64" providerId="LiveId" clId="{469E585D-6CFC-4A02-8C67-A45CCD0F5313}" dt="2019-09-18T13:52:59.596" v="2148" actId="478"/>
          <ac:picMkLst>
            <pc:docMk/>
            <pc:sldMk cId="998743348" sldId="507"/>
            <ac:picMk id="6" creationId="{04BD2380-89CB-4984-BCD0-D11236DF715E}"/>
          </ac:picMkLst>
        </pc:picChg>
      </pc:sldChg>
      <pc:sldChg chg="addSp delSp modSp add delAnim modAnim">
        <pc:chgData name="Marcin Bartosiak" userId="d01ed0f4ecfdbb64" providerId="LiveId" clId="{469E585D-6CFC-4A02-8C67-A45CCD0F5313}" dt="2019-09-18T13:57:49.228" v="2185"/>
        <pc:sldMkLst>
          <pc:docMk/>
          <pc:sldMk cId="1656048297" sldId="508"/>
        </pc:sldMkLst>
        <pc:spChg chg="add mod">
          <ac:chgData name="Marcin Bartosiak" userId="d01ed0f4ecfdbb64" providerId="LiveId" clId="{469E585D-6CFC-4A02-8C67-A45CCD0F5313}" dt="2019-09-18T13:53:55.869" v="2159" actId="1035"/>
          <ac:spMkLst>
            <pc:docMk/>
            <pc:sldMk cId="1656048297" sldId="508"/>
            <ac:spMk id="7" creationId="{CF799A99-C227-4919-9AB8-E526F69A01E2}"/>
          </ac:spMkLst>
        </pc:spChg>
        <pc:spChg chg="del">
          <ac:chgData name="Marcin Bartosiak" userId="d01ed0f4ecfdbb64" providerId="LiveId" clId="{469E585D-6CFC-4A02-8C67-A45CCD0F5313}" dt="2019-09-18T13:53:35.709" v="2152" actId="478"/>
          <ac:spMkLst>
            <pc:docMk/>
            <pc:sldMk cId="1656048297" sldId="508"/>
            <ac:spMk id="8" creationId="{2975DE36-CA9D-4DAE-954B-850D658E6900}"/>
          </ac:spMkLst>
        </pc:spChg>
        <pc:spChg chg="add mod">
          <ac:chgData name="Marcin Bartosiak" userId="d01ed0f4ecfdbb64" providerId="LiveId" clId="{469E585D-6CFC-4A02-8C67-A45CCD0F5313}" dt="2019-09-18T13:53:55.869" v="2159" actId="1035"/>
          <ac:spMkLst>
            <pc:docMk/>
            <pc:sldMk cId="1656048297" sldId="508"/>
            <ac:spMk id="9" creationId="{F48E86DE-8847-4888-A83F-5A392870536A}"/>
          </ac:spMkLst>
        </pc:spChg>
        <pc:spChg chg="add mod">
          <ac:chgData name="Marcin Bartosiak" userId="d01ed0f4ecfdbb64" providerId="LiveId" clId="{469E585D-6CFC-4A02-8C67-A45CCD0F5313}" dt="2019-09-18T13:53:55.869" v="2159" actId="1035"/>
          <ac:spMkLst>
            <pc:docMk/>
            <pc:sldMk cId="1656048297" sldId="508"/>
            <ac:spMk id="10" creationId="{83436EEA-25F0-44F5-AD33-821F50F663AA}"/>
          </ac:spMkLst>
        </pc:spChg>
        <pc:picChg chg="del">
          <ac:chgData name="Marcin Bartosiak" userId="d01ed0f4ecfdbb64" providerId="LiveId" clId="{469E585D-6CFC-4A02-8C67-A45CCD0F5313}" dt="2019-09-18T13:53:36.645" v="2153" actId="478"/>
          <ac:picMkLst>
            <pc:docMk/>
            <pc:sldMk cId="1656048297" sldId="508"/>
            <ac:picMk id="5" creationId="{05D8D221-5385-4017-8CBE-5F63635D0E39}"/>
          </ac:picMkLst>
        </pc:picChg>
        <pc:picChg chg="add mod">
          <ac:chgData name="Marcin Bartosiak" userId="d01ed0f4ecfdbb64" providerId="LiveId" clId="{469E585D-6CFC-4A02-8C67-A45CCD0F5313}" dt="2019-09-18T13:57:34.590" v="2184" actId="1076"/>
          <ac:picMkLst>
            <pc:docMk/>
            <pc:sldMk cId="1656048297" sldId="508"/>
            <ac:picMk id="6" creationId="{B52FADF3-7035-4521-B1EA-B7F2A5F47AD2}"/>
          </ac:picMkLst>
        </pc:picChg>
      </pc:sldChg>
      <pc:sldChg chg="addSp delSp modSp add delAnim modAnim">
        <pc:chgData name="Marcin Bartosiak" userId="d01ed0f4ecfdbb64" providerId="LiveId" clId="{469E585D-6CFC-4A02-8C67-A45CCD0F5313}" dt="2019-09-18T13:54:56.258" v="2168" actId="1076"/>
        <pc:sldMkLst>
          <pc:docMk/>
          <pc:sldMk cId="1791022693" sldId="509"/>
        </pc:sldMkLst>
        <pc:spChg chg="del">
          <ac:chgData name="Marcin Bartosiak" userId="d01ed0f4ecfdbb64" providerId="LiveId" clId="{469E585D-6CFC-4A02-8C67-A45CCD0F5313}" dt="2019-09-18T13:54:49.499" v="2166" actId="478"/>
          <ac:spMkLst>
            <pc:docMk/>
            <pc:sldMk cId="1791022693" sldId="509"/>
            <ac:spMk id="7" creationId="{CF799A99-C227-4919-9AB8-E526F69A01E2}"/>
          </ac:spMkLst>
        </pc:spChg>
        <pc:spChg chg="del">
          <ac:chgData name="Marcin Bartosiak" userId="d01ed0f4ecfdbb64" providerId="LiveId" clId="{469E585D-6CFC-4A02-8C67-A45CCD0F5313}" dt="2019-09-18T13:54:49.499" v="2166" actId="478"/>
          <ac:spMkLst>
            <pc:docMk/>
            <pc:sldMk cId="1791022693" sldId="509"/>
            <ac:spMk id="9" creationId="{F48E86DE-8847-4888-A83F-5A392870536A}"/>
          </ac:spMkLst>
        </pc:spChg>
        <pc:spChg chg="del">
          <ac:chgData name="Marcin Bartosiak" userId="d01ed0f4ecfdbb64" providerId="LiveId" clId="{469E585D-6CFC-4A02-8C67-A45CCD0F5313}" dt="2019-09-18T13:54:49.499" v="2166" actId="478"/>
          <ac:spMkLst>
            <pc:docMk/>
            <pc:sldMk cId="1791022693" sldId="509"/>
            <ac:spMk id="10" creationId="{83436EEA-25F0-44F5-AD33-821F50F663AA}"/>
          </ac:spMkLst>
        </pc:spChg>
        <pc:spChg chg="add mod">
          <ac:chgData name="Marcin Bartosiak" userId="d01ed0f4ecfdbb64" providerId="LiveId" clId="{469E585D-6CFC-4A02-8C67-A45CCD0F5313}" dt="2019-09-18T13:54:56.258" v="2168" actId="1076"/>
          <ac:spMkLst>
            <pc:docMk/>
            <pc:sldMk cId="1791022693" sldId="509"/>
            <ac:spMk id="11" creationId="{97F6EE70-C49E-476E-860F-9A84310A91EF}"/>
          </ac:spMkLst>
        </pc:spChg>
        <pc:spChg chg="add mod">
          <ac:chgData name="Marcin Bartosiak" userId="d01ed0f4ecfdbb64" providerId="LiveId" clId="{469E585D-6CFC-4A02-8C67-A45CCD0F5313}" dt="2019-09-18T13:54:56.258" v="2168" actId="1076"/>
          <ac:spMkLst>
            <pc:docMk/>
            <pc:sldMk cId="1791022693" sldId="509"/>
            <ac:spMk id="12" creationId="{49812043-F09B-41C4-9274-30C071E3DD72}"/>
          </ac:spMkLst>
        </pc:spChg>
        <pc:picChg chg="add del">
          <ac:chgData name="Marcin Bartosiak" userId="d01ed0f4ecfdbb64" providerId="LiveId" clId="{469E585D-6CFC-4A02-8C67-A45CCD0F5313}" dt="2019-09-18T13:54:49.499" v="2166" actId="478"/>
          <ac:picMkLst>
            <pc:docMk/>
            <pc:sldMk cId="1791022693" sldId="509"/>
            <ac:picMk id="6" creationId="{B52FADF3-7035-4521-B1EA-B7F2A5F47AD2}"/>
          </ac:picMkLst>
        </pc:picChg>
        <pc:picChg chg="add mod">
          <ac:chgData name="Marcin Bartosiak" userId="d01ed0f4ecfdbb64" providerId="LiveId" clId="{469E585D-6CFC-4A02-8C67-A45CCD0F5313}" dt="2019-09-18T13:54:56.258" v="2168" actId="1076"/>
          <ac:picMkLst>
            <pc:docMk/>
            <pc:sldMk cId="1791022693" sldId="509"/>
            <ac:picMk id="8" creationId="{CCBCDCEF-7E94-4A05-A661-47B8CBDA02BC}"/>
          </ac:picMkLst>
        </pc:picChg>
      </pc:sldChg>
      <pc:sldChg chg="addSp delSp modSp add delAnim modAnim">
        <pc:chgData name="Marcin Bartosiak" userId="d01ed0f4ecfdbb64" providerId="LiveId" clId="{469E585D-6CFC-4A02-8C67-A45CCD0F5313}" dt="2019-09-18T13:55:56.055" v="2176" actId="1076"/>
        <pc:sldMkLst>
          <pc:docMk/>
          <pc:sldMk cId="2608729942" sldId="510"/>
        </pc:sldMkLst>
        <pc:spChg chg="mod">
          <ac:chgData name="Marcin Bartosiak" userId="d01ed0f4ecfdbb64" providerId="LiveId" clId="{469E585D-6CFC-4A02-8C67-A45CCD0F5313}" dt="2019-09-18T13:55:38.850" v="2171"/>
          <ac:spMkLst>
            <pc:docMk/>
            <pc:sldMk cId="2608729942" sldId="510"/>
            <ac:spMk id="3" creationId="{1E8E0E66-2C44-4A85-9F0A-289B497F7D39}"/>
          </ac:spMkLst>
        </pc:spChg>
        <pc:spChg chg="add mod">
          <ac:chgData name="Marcin Bartosiak" userId="d01ed0f4ecfdbb64" providerId="LiveId" clId="{469E585D-6CFC-4A02-8C67-A45CCD0F5313}" dt="2019-09-18T13:55:56.055" v="2176" actId="1076"/>
          <ac:spMkLst>
            <pc:docMk/>
            <pc:sldMk cId="2608729942" sldId="510"/>
            <ac:spMk id="7" creationId="{A45FC903-2AC8-43A9-BB09-BB347158599D}"/>
          </ac:spMkLst>
        </pc:spChg>
        <pc:spChg chg="del">
          <ac:chgData name="Marcin Bartosiak" userId="d01ed0f4ecfdbb64" providerId="LiveId" clId="{469E585D-6CFC-4A02-8C67-A45CCD0F5313}" dt="2019-09-18T13:55:42.633" v="2173" actId="478"/>
          <ac:spMkLst>
            <pc:docMk/>
            <pc:sldMk cId="2608729942" sldId="510"/>
            <ac:spMk id="11" creationId="{97F6EE70-C49E-476E-860F-9A84310A91EF}"/>
          </ac:spMkLst>
        </pc:spChg>
        <pc:spChg chg="del">
          <ac:chgData name="Marcin Bartosiak" userId="d01ed0f4ecfdbb64" providerId="LiveId" clId="{469E585D-6CFC-4A02-8C67-A45CCD0F5313}" dt="2019-09-18T13:55:52.946" v="2175" actId="478"/>
          <ac:spMkLst>
            <pc:docMk/>
            <pc:sldMk cId="2608729942" sldId="510"/>
            <ac:spMk id="12" creationId="{49812043-F09B-41C4-9274-30C071E3DD72}"/>
          </ac:spMkLst>
        </pc:spChg>
        <pc:picChg chg="add">
          <ac:chgData name="Marcin Bartosiak" userId="d01ed0f4ecfdbb64" providerId="LiveId" clId="{469E585D-6CFC-4A02-8C67-A45CCD0F5313}" dt="2019-09-18T13:55:50.893" v="2174"/>
          <ac:picMkLst>
            <pc:docMk/>
            <pc:sldMk cId="2608729942" sldId="510"/>
            <ac:picMk id="6" creationId="{ADD97D6D-E6E1-47B9-96FF-5F33574CC39E}"/>
          </ac:picMkLst>
        </pc:picChg>
        <pc:picChg chg="del">
          <ac:chgData name="Marcin Bartosiak" userId="d01ed0f4ecfdbb64" providerId="LiveId" clId="{469E585D-6CFC-4A02-8C67-A45CCD0F5313}" dt="2019-09-18T13:55:40.590" v="2172" actId="478"/>
          <ac:picMkLst>
            <pc:docMk/>
            <pc:sldMk cId="2608729942" sldId="510"/>
            <ac:picMk id="8" creationId="{CCBCDCEF-7E94-4A05-A661-47B8CBDA02BC}"/>
          </ac:picMkLst>
        </pc:picChg>
      </pc:sldChg>
      <pc:sldChg chg="addSp delSp modSp add delAnim modAnim">
        <pc:chgData name="Marcin Bartosiak" userId="d01ed0f4ecfdbb64" providerId="LiveId" clId="{469E585D-6CFC-4A02-8C67-A45CCD0F5313}" dt="2019-09-18T13:56:32.584" v="2182" actId="1076"/>
        <pc:sldMkLst>
          <pc:docMk/>
          <pc:sldMk cId="3652055380" sldId="511"/>
        </pc:sldMkLst>
        <pc:spChg chg="del">
          <ac:chgData name="Marcin Bartosiak" userId="d01ed0f4ecfdbb64" providerId="LiveId" clId="{469E585D-6CFC-4A02-8C67-A45CCD0F5313}" dt="2019-09-18T13:56:15.675" v="2179" actId="478"/>
          <ac:spMkLst>
            <pc:docMk/>
            <pc:sldMk cId="3652055380" sldId="511"/>
            <ac:spMk id="7" creationId="{A45FC903-2AC8-43A9-BB09-BB347158599D}"/>
          </ac:spMkLst>
        </pc:spChg>
        <pc:spChg chg="add mod">
          <ac:chgData name="Marcin Bartosiak" userId="d01ed0f4ecfdbb64" providerId="LiveId" clId="{469E585D-6CFC-4A02-8C67-A45CCD0F5313}" dt="2019-09-18T13:56:32.584" v="2182" actId="1076"/>
          <ac:spMkLst>
            <pc:docMk/>
            <pc:sldMk cId="3652055380" sldId="511"/>
            <ac:spMk id="8" creationId="{31D7CFDE-15B4-4EC5-9E95-B17D9240BA9E}"/>
          </ac:spMkLst>
        </pc:spChg>
        <pc:spChg chg="add mod">
          <ac:chgData name="Marcin Bartosiak" userId="d01ed0f4ecfdbb64" providerId="LiveId" clId="{469E585D-6CFC-4A02-8C67-A45CCD0F5313}" dt="2019-09-18T13:56:32.584" v="2182" actId="1076"/>
          <ac:spMkLst>
            <pc:docMk/>
            <pc:sldMk cId="3652055380" sldId="511"/>
            <ac:spMk id="9" creationId="{B6FD33B4-7CE3-4BD6-BD44-0EB75B4EB11B}"/>
          </ac:spMkLst>
        </pc:spChg>
        <pc:spChg chg="add mod">
          <ac:chgData name="Marcin Bartosiak" userId="d01ed0f4ecfdbb64" providerId="LiveId" clId="{469E585D-6CFC-4A02-8C67-A45CCD0F5313}" dt="2019-09-18T13:56:32.584" v="2182" actId="1076"/>
          <ac:spMkLst>
            <pc:docMk/>
            <pc:sldMk cId="3652055380" sldId="511"/>
            <ac:spMk id="10" creationId="{40A252D4-5C59-4B50-A31C-DAF0ECA826D1}"/>
          </ac:spMkLst>
        </pc:spChg>
        <pc:spChg chg="add mod">
          <ac:chgData name="Marcin Bartosiak" userId="d01ed0f4ecfdbb64" providerId="LiveId" clId="{469E585D-6CFC-4A02-8C67-A45CCD0F5313}" dt="2019-09-18T13:56:32.584" v="2182" actId="1076"/>
          <ac:spMkLst>
            <pc:docMk/>
            <pc:sldMk cId="3652055380" sldId="511"/>
            <ac:spMk id="11" creationId="{BAF9ADCD-F759-4010-84A3-EBA7130884AD}"/>
          </ac:spMkLst>
        </pc:spChg>
        <pc:picChg chg="add mod">
          <ac:chgData name="Marcin Bartosiak" userId="d01ed0f4ecfdbb64" providerId="LiveId" clId="{469E585D-6CFC-4A02-8C67-A45CCD0F5313}" dt="2019-09-18T13:56:32.584" v="2182" actId="1076"/>
          <ac:picMkLst>
            <pc:docMk/>
            <pc:sldMk cId="3652055380" sldId="511"/>
            <ac:picMk id="5" creationId="{DB6A6739-BC58-4C0E-B55A-B107D7928657}"/>
          </ac:picMkLst>
        </pc:picChg>
        <pc:picChg chg="del">
          <ac:chgData name="Marcin Bartosiak" userId="d01ed0f4ecfdbb64" providerId="LiveId" clId="{469E585D-6CFC-4A02-8C67-A45CCD0F5313}" dt="2019-09-18T13:56:14.242" v="2178" actId="478"/>
          <ac:picMkLst>
            <pc:docMk/>
            <pc:sldMk cId="3652055380" sldId="511"/>
            <ac:picMk id="6" creationId="{ADD97D6D-E6E1-47B9-96FF-5F33574CC39E}"/>
          </ac:picMkLst>
        </pc:picChg>
      </pc:sldChg>
      <pc:sldChg chg="add del">
        <pc:chgData name="Marcin Bartosiak" userId="d01ed0f4ecfdbb64" providerId="LiveId" clId="{469E585D-6CFC-4A02-8C67-A45CCD0F5313}" dt="2019-09-26T16:03:23.072" v="2207" actId="2696"/>
        <pc:sldMkLst>
          <pc:docMk/>
          <pc:sldMk cId="2206402029" sldId="512"/>
        </pc:sldMkLst>
      </pc:sldChg>
      <pc:sldChg chg="addSp delSp modSp add delAnim">
        <pc:chgData name="Marcin Bartosiak" userId="d01ed0f4ecfdbb64" providerId="LiveId" clId="{469E585D-6CFC-4A02-8C67-A45CCD0F5313}" dt="2019-09-27T16:46:40.487" v="3141" actId="1076"/>
        <pc:sldMkLst>
          <pc:docMk/>
          <pc:sldMk cId="2003403520" sldId="513"/>
        </pc:sldMkLst>
        <pc:spChg chg="add mod">
          <ac:chgData name="Marcin Bartosiak" userId="d01ed0f4ecfdbb64" providerId="LiveId" clId="{469E585D-6CFC-4A02-8C67-A45CCD0F5313}" dt="2019-09-27T11:27:03.503" v="2769" actId="20577"/>
          <ac:spMkLst>
            <pc:docMk/>
            <pc:sldMk cId="2003403520" sldId="513"/>
            <ac:spMk id="2" creationId="{1D911B41-889A-4E98-83D3-EFA8CA47C779}"/>
          </ac:spMkLst>
        </pc:spChg>
        <pc:spChg chg="mod">
          <ac:chgData name="Marcin Bartosiak" userId="d01ed0f4ecfdbb64" providerId="LiveId" clId="{469E585D-6CFC-4A02-8C67-A45CCD0F5313}" dt="2019-09-27T16:46:38.001" v="3140" actId="20577"/>
          <ac:spMkLst>
            <pc:docMk/>
            <pc:sldMk cId="2003403520" sldId="513"/>
            <ac:spMk id="3" creationId="{1E8E0E66-2C44-4A85-9F0A-289B497F7D39}"/>
          </ac:spMkLst>
        </pc:spChg>
        <pc:spChg chg="del">
          <ac:chgData name="Marcin Bartosiak" userId="d01ed0f4ecfdbb64" providerId="LiveId" clId="{469E585D-6CFC-4A02-8C67-A45CCD0F5313}" dt="2019-09-26T16:03:37.292" v="2218" actId="478"/>
          <ac:spMkLst>
            <pc:docMk/>
            <pc:sldMk cId="2003403520" sldId="513"/>
            <ac:spMk id="8" creationId="{31D7CFDE-15B4-4EC5-9E95-B17D9240BA9E}"/>
          </ac:spMkLst>
        </pc:spChg>
        <pc:spChg chg="del">
          <ac:chgData name="Marcin Bartosiak" userId="d01ed0f4ecfdbb64" providerId="LiveId" clId="{469E585D-6CFC-4A02-8C67-A45CCD0F5313}" dt="2019-09-26T16:03:37.292" v="2218" actId="478"/>
          <ac:spMkLst>
            <pc:docMk/>
            <pc:sldMk cId="2003403520" sldId="513"/>
            <ac:spMk id="9" creationId="{B6FD33B4-7CE3-4BD6-BD44-0EB75B4EB11B}"/>
          </ac:spMkLst>
        </pc:spChg>
        <pc:spChg chg="del">
          <ac:chgData name="Marcin Bartosiak" userId="d01ed0f4ecfdbb64" providerId="LiveId" clId="{469E585D-6CFC-4A02-8C67-A45CCD0F5313}" dt="2019-09-26T16:03:37.292" v="2218" actId="478"/>
          <ac:spMkLst>
            <pc:docMk/>
            <pc:sldMk cId="2003403520" sldId="513"/>
            <ac:spMk id="10" creationId="{40A252D4-5C59-4B50-A31C-DAF0ECA826D1}"/>
          </ac:spMkLst>
        </pc:spChg>
        <pc:spChg chg="del">
          <ac:chgData name="Marcin Bartosiak" userId="d01ed0f4ecfdbb64" providerId="LiveId" clId="{469E585D-6CFC-4A02-8C67-A45CCD0F5313}" dt="2019-09-26T16:03:37.292" v="2218" actId="478"/>
          <ac:spMkLst>
            <pc:docMk/>
            <pc:sldMk cId="2003403520" sldId="513"/>
            <ac:spMk id="11" creationId="{BAF9ADCD-F759-4010-84A3-EBA7130884AD}"/>
          </ac:spMkLst>
        </pc:spChg>
        <pc:picChg chg="del mod">
          <ac:chgData name="Marcin Bartosiak" userId="d01ed0f4ecfdbb64" providerId="LiveId" clId="{469E585D-6CFC-4A02-8C67-A45CCD0F5313}" dt="2019-09-26T16:03:34.058" v="2217" actId="478"/>
          <ac:picMkLst>
            <pc:docMk/>
            <pc:sldMk cId="2003403520" sldId="513"/>
            <ac:picMk id="5" creationId="{DB6A6739-BC58-4C0E-B55A-B107D7928657}"/>
          </ac:picMkLst>
        </pc:picChg>
        <pc:picChg chg="add mod ord">
          <ac:chgData name="Marcin Bartosiak" userId="d01ed0f4ecfdbb64" providerId="LiveId" clId="{469E585D-6CFC-4A02-8C67-A45CCD0F5313}" dt="2019-09-27T16:46:40.487" v="3141" actId="1076"/>
          <ac:picMkLst>
            <pc:docMk/>
            <pc:sldMk cId="2003403520" sldId="513"/>
            <ac:picMk id="5" creationId="{E6A154A6-1AD1-4552-8DCE-B4D615B7F9AF}"/>
          </ac:picMkLst>
        </pc:picChg>
      </pc:sldChg>
      <pc:sldChg chg="add del">
        <pc:chgData name="Marcin Bartosiak" userId="d01ed0f4ecfdbb64" providerId="LiveId" clId="{469E585D-6CFC-4A02-8C67-A45CCD0F5313}" dt="2019-09-27T15:59:39.273" v="2771" actId="2696"/>
        <pc:sldMkLst>
          <pc:docMk/>
          <pc:sldMk cId="525687797" sldId="514"/>
        </pc:sldMkLst>
      </pc:sldChg>
      <pc:sldChg chg="addSp delSp modSp add ord delAnim modAnim">
        <pc:chgData name="Marcin Bartosiak" userId="d01ed0f4ecfdbb64" providerId="LiveId" clId="{469E585D-6CFC-4A02-8C67-A45CCD0F5313}" dt="2019-09-27T16:45:45.565" v="3131" actId="1035"/>
        <pc:sldMkLst>
          <pc:docMk/>
          <pc:sldMk cId="614618985" sldId="514"/>
        </pc:sldMkLst>
        <pc:spChg chg="mod">
          <ac:chgData name="Marcin Bartosiak" userId="d01ed0f4ecfdbb64" providerId="LiveId" clId="{469E585D-6CFC-4A02-8C67-A45CCD0F5313}" dt="2019-09-27T16:28:34.899" v="2910" actId="20577"/>
          <ac:spMkLst>
            <pc:docMk/>
            <pc:sldMk cId="614618985" sldId="514"/>
            <ac:spMk id="3" creationId="{1E8E0E66-2C44-4A85-9F0A-289B497F7D39}"/>
          </ac:spMkLst>
        </pc:spChg>
        <pc:spChg chg="add mod">
          <ac:chgData name="Marcin Bartosiak" userId="d01ed0f4ecfdbb64" providerId="LiveId" clId="{469E585D-6CFC-4A02-8C67-A45CCD0F5313}" dt="2019-09-27T16:28:43.978" v="2915" actId="403"/>
          <ac:spMkLst>
            <pc:docMk/>
            <pc:sldMk cId="614618985" sldId="514"/>
            <ac:spMk id="4" creationId="{013F401B-B489-403C-B3B4-FDF773B6072C}"/>
          </ac:spMkLst>
        </pc:spChg>
        <pc:spChg chg="del mod">
          <ac:chgData name="Marcin Bartosiak" userId="d01ed0f4ecfdbb64" providerId="LiveId" clId="{469E585D-6CFC-4A02-8C67-A45CCD0F5313}" dt="2019-09-27T16:25:15.332" v="2782" actId="478"/>
          <ac:spMkLst>
            <pc:docMk/>
            <pc:sldMk cId="614618985" sldId="514"/>
            <ac:spMk id="8" creationId="{31D7CFDE-15B4-4EC5-9E95-B17D9240BA9E}"/>
          </ac:spMkLst>
        </pc:spChg>
        <pc:spChg chg="mod">
          <ac:chgData name="Marcin Bartosiak" userId="d01ed0f4ecfdbb64" providerId="LiveId" clId="{469E585D-6CFC-4A02-8C67-A45CCD0F5313}" dt="2019-09-27T16:26:20.311" v="2799" actId="207"/>
          <ac:spMkLst>
            <pc:docMk/>
            <pc:sldMk cId="614618985" sldId="514"/>
            <ac:spMk id="9" creationId="{B6FD33B4-7CE3-4BD6-BD44-0EB75B4EB11B}"/>
          </ac:spMkLst>
        </pc:spChg>
        <pc:spChg chg="mod">
          <ac:chgData name="Marcin Bartosiak" userId="d01ed0f4ecfdbb64" providerId="LiveId" clId="{469E585D-6CFC-4A02-8C67-A45CCD0F5313}" dt="2019-09-27T16:26:41.866" v="2803" actId="14100"/>
          <ac:spMkLst>
            <pc:docMk/>
            <pc:sldMk cId="614618985" sldId="514"/>
            <ac:spMk id="10" creationId="{40A252D4-5C59-4B50-A31C-DAF0ECA826D1}"/>
          </ac:spMkLst>
        </pc:spChg>
        <pc:spChg chg="mod">
          <ac:chgData name="Marcin Bartosiak" userId="d01ed0f4ecfdbb64" providerId="LiveId" clId="{469E585D-6CFC-4A02-8C67-A45CCD0F5313}" dt="2019-09-27T16:25:21.365" v="2783" actId="1076"/>
          <ac:spMkLst>
            <pc:docMk/>
            <pc:sldMk cId="614618985" sldId="514"/>
            <ac:spMk id="11" creationId="{BAF9ADCD-F759-4010-84A3-EBA7130884AD}"/>
          </ac:spMkLst>
        </pc:spChg>
        <pc:spChg chg="add mod">
          <ac:chgData name="Marcin Bartosiak" userId="d01ed0f4ecfdbb64" providerId="LiveId" clId="{469E585D-6CFC-4A02-8C67-A45CCD0F5313}" dt="2019-09-27T16:29:19.702" v="2946" actId="14100"/>
          <ac:spMkLst>
            <pc:docMk/>
            <pc:sldMk cId="614618985" sldId="514"/>
            <ac:spMk id="12" creationId="{8F2FBA5E-4D7A-41B2-9D2A-32E7239C6429}"/>
          </ac:spMkLst>
        </pc:spChg>
        <pc:picChg chg="add mod ord">
          <ac:chgData name="Marcin Bartosiak" userId="d01ed0f4ecfdbb64" providerId="LiveId" clId="{469E585D-6CFC-4A02-8C67-A45CCD0F5313}" dt="2019-09-27T16:45:45.565" v="3131" actId="1035"/>
          <ac:picMkLst>
            <pc:docMk/>
            <pc:sldMk cId="614618985" sldId="514"/>
            <ac:picMk id="2" creationId="{DA51CC3C-592C-4333-8376-264B0C8414A5}"/>
          </ac:picMkLst>
        </pc:picChg>
        <pc:picChg chg="del">
          <ac:chgData name="Marcin Bartosiak" userId="d01ed0f4ecfdbb64" providerId="LiveId" clId="{469E585D-6CFC-4A02-8C67-A45CCD0F5313}" dt="2019-09-27T16:24:43.884" v="2774" actId="478"/>
          <ac:picMkLst>
            <pc:docMk/>
            <pc:sldMk cId="614618985" sldId="514"/>
            <ac:picMk id="5" creationId="{DB6A6739-BC58-4C0E-B55A-B107D7928657}"/>
          </ac:picMkLst>
        </pc:picChg>
      </pc:sldChg>
      <pc:sldChg chg="addSp delSp modSp add modAnim">
        <pc:chgData name="Marcin Bartosiak" userId="d01ed0f4ecfdbb64" providerId="LiveId" clId="{469E585D-6CFC-4A02-8C67-A45CCD0F5313}" dt="2019-09-27T16:45:18.479" v="3128" actId="1036"/>
        <pc:sldMkLst>
          <pc:docMk/>
          <pc:sldMk cId="26651099" sldId="515"/>
        </pc:sldMkLst>
        <pc:spChg chg="mod">
          <ac:chgData name="Marcin Bartosiak" userId="d01ed0f4ecfdbb64" providerId="LiveId" clId="{469E585D-6CFC-4A02-8C67-A45CCD0F5313}" dt="2019-09-27T16:30:55.113" v="2981" actId="20577"/>
          <ac:spMkLst>
            <pc:docMk/>
            <pc:sldMk cId="26651099" sldId="515"/>
            <ac:spMk id="3" creationId="{1E8E0E66-2C44-4A85-9F0A-289B497F7D39}"/>
          </ac:spMkLst>
        </pc:spChg>
        <pc:spChg chg="mod">
          <ac:chgData name="Marcin Bartosiak" userId="d01ed0f4ecfdbb64" providerId="LiveId" clId="{469E585D-6CFC-4A02-8C67-A45CCD0F5313}" dt="2019-09-27T16:30:44.841" v="2956" actId="14100"/>
          <ac:spMkLst>
            <pc:docMk/>
            <pc:sldMk cId="26651099" sldId="515"/>
            <ac:spMk id="9" creationId="{B6FD33B4-7CE3-4BD6-BD44-0EB75B4EB11B}"/>
          </ac:spMkLst>
        </pc:spChg>
        <pc:spChg chg="mod">
          <ac:chgData name="Marcin Bartosiak" userId="d01ed0f4ecfdbb64" providerId="LiveId" clId="{469E585D-6CFC-4A02-8C67-A45CCD0F5313}" dt="2019-09-27T16:30:39.416" v="2955" actId="14100"/>
          <ac:spMkLst>
            <pc:docMk/>
            <pc:sldMk cId="26651099" sldId="515"/>
            <ac:spMk id="10" creationId="{40A252D4-5C59-4B50-A31C-DAF0ECA826D1}"/>
          </ac:spMkLst>
        </pc:spChg>
        <pc:picChg chg="del">
          <ac:chgData name="Marcin Bartosiak" userId="d01ed0f4ecfdbb64" providerId="LiveId" clId="{469E585D-6CFC-4A02-8C67-A45CCD0F5313}" dt="2019-09-27T16:30:10.666" v="2948" actId="478"/>
          <ac:picMkLst>
            <pc:docMk/>
            <pc:sldMk cId="26651099" sldId="515"/>
            <ac:picMk id="2" creationId="{DA51CC3C-592C-4333-8376-264B0C8414A5}"/>
          </ac:picMkLst>
        </pc:picChg>
        <pc:picChg chg="add mod ord">
          <ac:chgData name="Marcin Bartosiak" userId="d01ed0f4ecfdbb64" providerId="LiveId" clId="{469E585D-6CFC-4A02-8C67-A45CCD0F5313}" dt="2019-09-27T16:45:18.479" v="3128" actId="1036"/>
          <ac:picMkLst>
            <pc:docMk/>
            <pc:sldMk cId="26651099" sldId="515"/>
            <ac:picMk id="5" creationId="{1010F388-938C-4078-A6DF-00B286652EA4}"/>
          </ac:picMkLst>
        </pc:picChg>
      </pc:sldChg>
      <pc:sldChg chg="addSp delSp modSp add del delAnim">
        <pc:chgData name="Marcin Bartosiak" userId="d01ed0f4ecfdbb64" providerId="LiveId" clId="{469E585D-6CFC-4A02-8C67-A45CCD0F5313}" dt="2019-09-27T16:35:40.550" v="3044" actId="2696"/>
        <pc:sldMkLst>
          <pc:docMk/>
          <pc:sldMk cId="1575703422" sldId="516"/>
        </pc:sldMkLst>
        <pc:spChg chg="mod">
          <ac:chgData name="Marcin Bartosiak" userId="d01ed0f4ecfdbb64" providerId="LiveId" clId="{469E585D-6CFC-4A02-8C67-A45CCD0F5313}" dt="2019-09-27T16:31:43.173" v="2997" actId="20577"/>
          <ac:spMkLst>
            <pc:docMk/>
            <pc:sldMk cId="1575703422" sldId="516"/>
            <ac:spMk id="3" creationId="{1E8E0E66-2C44-4A85-9F0A-289B497F7D39}"/>
          </ac:spMkLst>
        </pc:spChg>
        <pc:spChg chg="del">
          <ac:chgData name="Marcin Bartosiak" userId="d01ed0f4ecfdbb64" providerId="LiveId" clId="{469E585D-6CFC-4A02-8C67-A45CCD0F5313}" dt="2019-09-27T16:31:48.637" v="3000" actId="478"/>
          <ac:spMkLst>
            <pc:docMk/>
            <pc:sldMk cId="1575703422" sldId="516"/>
            <ac:spMk id="4" creationId="{013F401B-B489-403C-B3B4-FDF773B6072C}"/>
          </ac:spMkLst>
        </pc:spChg>
        <pc:spChg chg="del">
          <ac:chgData name="Marcin Bartosiak" userId="d01ed0f4ecfdbb64" providerId="LiveId" clId="{469E585D-6CFC-4A02-8C67-A45CCD0F5313}" dt="2019-09-27T16:31:48.637" v="3000" actId="478"/>
          <ac:spMkLst>
            <pc:docMk/>
            <pc:sldMk cId="1575703422" sldId="516"/>
            <ac:spMk id="9" creationId="{B6FD33B4-7CE3-4BD6-BD44-0EB75B4EB11B}"/>
          </ac:spMkLst>
        </pc:spChg>
        <pc:spChg chg="del">
          <ac:chgData name="Marcin Bartosiak" userId="d01ed0f4ecfdbb64" providerId="LiveId" clId="{469E585D-6CFC-4A02-8C67-A45CCD0F5313}" dt="2019-09-27T16:31:48.637" v="3000" actId="478"/>
          <ac:spMkLst>
            <pc:docMk/>
            <pc:sldMk cId="1575703422" sldId="516"/>
            <ac:spMk id="10" creationId="{40A252D4-5C59-4B50-A31C-DAF0ECA826D1}"/>
          </ac:spMkLst>
        </pc:spChg>
        <pc:spChg chg="del">
          <ac:chgData name="Marcin Bartosiak" userId="d01ed0f4ecfdbb64" providerId="LiveId" clId="{469E585D-6CFC-4A02-8C67-A45CCD0F5313}" dt="2019-09-27T16:31:50.703" v="3001" actId="478"/>
          <ac:spMkLst>
            <pc:docMk/>
            <pc:sldMk cId="1575703422" sldId="516"/>
            <ac:spMk id="11" creationId="{BAF9ADCD-F759-4010-84A3-EBA7130884AD}"/>
          </ac:spMkLst>
        </pc:spChg>
        <pc:spChg chg="del">
          <ac:chgData name="Marcin Bartosiak" userId="d01ed0f4ecfdbb64" providerId="LiveId" clId="{469E585D-6CFC-4A02-8C67-A45CCD0F5313}" dt="2019-09-27T16:31:48.637" v="3000" actId="478"/>
          <ac:spMkLst>
            <pc:docMk/>
            <pc:sldMk cId="1575703422" sldId="516"/>
            <ac:spMk id="12" creationId="{8F2FBA5E-4D7A-41B2-9D2A-32E7239C6429}"/>
          </ac:spMkLst>
        </pc:spChg>
        <pc:spChg chg="add mod">
          <ac:chgData name="Marcin Bartosiak" userId="d01ed0f4ecfdbb64" providerId="LiveId" clId="{469E585D-6CFC-4A02-8C67-A45CCD0F5313}" dt="2019-09-27T16:32:50.709" v="3005"/>
          <ac:spMkLst>
            <pc:docMk/>
            <pc:sldMk cId="1575703422" sldId="516"/>
            <ac:spMk id="13" creationId="{E228AA21-0D70-4F63-9283-71D78A2251C4}"/>
          </ac:spMkLst>
        </pc:spChg>
        <pc:picChg chg="del mod">
          <ac:chgData name="Marcin Bartosiak" userId="d01ed0f4ecfdbb64" providerId="LiveId" clId="{469E585D-6CFC-4A02-8C67-A45CCD0F5313}" dt="2019-09-27T16:31:45.424" v="2999" actId="478"/>
          <ac:picMkLst>
            <pc:docMk/>
            <pc:sldMk cId="1575703422" sldId="516"/>
            <ac:picMk id="5" creationId="{1010F388-938C-4078-A6DF-00B286652EA4}"/>
          </ac:picMkLst>
        </pc:picChg>
      </pc:sldChg>
      <pc:sldChg chg="modSp add ord">
        <pc:chgData name="Marcin Bartosiak" userId="d01ed0f4ecfdbb64" providerId="LiveId" clId="{469E585D-6CFC-4A02-8C67-A45CCD0F5313}" dt="2019-09-27T16:37:01.148" v="3062"/>
        <pc:sldMkLst>
          <pc:docMk/>
          <pc:sldMk cId="1796802614" sldId="517"/>
        </pc:sldMkLst>
        <pc:spChg chg="mod">
          <ac:chgData name="Marcin Bartosiak" userId="d01ed0f4ecfdbb64" providerId="LiveId" clId="{469E585D-6CFC-4A02-8C67-A45CCD0F5313}" dt="2019-09-27T16:33:54.361" v="3042" actId="20577"/>
          <ac:spMkLst>
            <pc:docMk/>
            <pc:sldMk cId="1796802614" sldId="517"/>
            <ac:spMk id="3" creationId="{1E8E0E66-2C44-4A85-9F0A-289B497F7D39}"/>
          </ac:spMkLst>
        </pc:spChg>
        <pc:spChg chg="mod">
          <ac:chgData name="Marcin Bartosiak" userId="d01ed0f4ecfdbb64" providerId="LiveId" clId="{469E585D-6CFC-4A02-8C67-A45CCD0F5313}" dt="2019-09-27T16:37:01.148" v="3062"/>
          <ac:spMkLst>
            <pc:docMk/>
            <pc:sldMk cId="1796802614" sldId="517"/>
            <ac:spMk id="13" creationId="{E228AA21-0D70-4F63-9283-71D78A2251C4}"/>
          </ac:spMkLst>
        </pc:spChg>
      </pc:sldChg>
      <pc:sldChg chg="addSp modSp add modAnim">
        <pc:chgData name="Marcin Bartosiak" userId="d01ed0f4ecfdbb64" providerId="LiveId" clId="{469E585D-6CFC-4A02-8C67-A45CCD0F5313}" dt="2019-09-30T20:57:09.069" v="3238" actId="20577"/>
        <pc:sldMkLst>
          <pc:docMk/>
          <pc:sldMk cId="112749347" sldId="518"/>
        </pc:sldMkLst>
        <pc:spChg chg="add mod">
          <ac:chgData name="Marcin Bartosiak" userId="d01ed0f4ecfdbb64" providerId="LiveId" clId="{469E585D-6CFC-4A02-8C67-A45CCD0F5313}" dt="2019-09-30T20:57:09.069" v="3238" actId="20577"/>
          <ac:spMkLst>
            <pc:docMk/>
            <pc:sldMk cId="112749347" sldId="518"/>
            <ac:spMk id="2" creationId="{1C0EBA68-EBF9-40D3-A1E0-BD5E8A9AD5D3}"/>
          </ac:spMkLst>
        </pc:spChg>
        <pc:spChg chg="mod">
          <ac:chgData name="Marcin Bartosiak" userId="d01ed0f4ecfdbb64" providerId="LiveId" clId="{469E585D-6CFC-4A02-8C67-A45CCD0F5313}" dt="2019-09-27T16:37:40.192" v="3087" actId="6549"/>
          <ac:spMkLst>
            <pc:docMk/>
            <pc:sldMk cId="112749347" sldId="518"/>
            <ac:spMk id="3" creationId="{1E8E0E66-2C44-4A85-9F0A-289B497F7D39}"/>
          </ac:spMkLst>
        </pc:spChg>
        <pc:spChg chg="mod">
          <ac:chgData name="Marcin Bartosiak" userId="d01ed0f4ecfdbb64" providerId="LiveId" clId="{469E585D-6CFC-4A02-8C67-A45CCD0F5313}" dt="2019-09-27T16:37:46.092" v="3099" actId="20577"/>
          <ac:spMkLst>
            <pc:docMk/>
            <pc:sldMk cId="112749347" sldId="518"/>
            <ac:spMk id="13" creationId="{E228AA21-0D70-4F63-9283-71D78A2251C4}"/>
          </ac:spMkLst>
        </pc:spChg>
        <pc:picChg chg="add mod">
          <ac:chgData name="Marcin Bartosiak" userId="d01ed0f4ecfdbb64" providerId="LiveId" clId="{469E585D-6CFC-4A02-8C67-A45CCD0F5313}" dt="2019-09-27T16:43:37.364" v="3120" actId="1076"/>
          <ac:picMkLst>
            <pc:docMk/>
            <pc:sldMk cId="112749347" sldId="518"/>
            <ac:picMk id="4" creationId="{5650F61C-3327-402A-AE44-D9570A624EBD}"/>
          </ac:picMkLst>
        </pc:picChg>
      </pc:sldChg>
      <pc:sldChg chg="addSp modSp add">
        <pc:chgData name="Marcin Bartosiak" userId="d01ed0f4ecfdbb64" providerId="LiveId" clId="{469E585D-6CFC-4A02-8C67-A45CCD0F5313}" dt="2019-09-30T20:58:38.975" v="3375" actId="6549"/>
        <pc:sldMkLst>
          <pc:docMk/>
          <pc:sldMk cId="2744940795" sldId="519"/>
        </pc:sldMkLst>
        <pc:spChg chg="add mod">
          <ac:chgData name="Marcin Bartosiak" userId="d01ed0f4ecfdbb64" providerId="LiveId" clId="{469E585D-6CFC-4A02-8C67-A45CCD0F5313}" dt="2019-09-30T20:58:38.975" v="3375" actId="6549"/>
          <ac:spMkLst>
            <pc:docMk/>
            <pc:sldMk cId="2744940795" sldId="519"/>
            <ac:spMk id="4" creationId="{69A23C2A-75DC-462B-9717-EFA4B81CBD9C}"/>
          </ac:spMkLst>
        </pc:spChg>
        <pc:spChg chg="mod">
          <ac:chgData name="Marcin Bartosiak" userId="d01ed0f4ecfdbb64" providerId="LiveId" clId="{469E585D-6CFC-4A02-8C67-A45CCD0F5313}" dt="2019-09-27T16:41:28.722" v="3109" actId="13926"/>
          <ac:spMkLst>
            <pc:docMk/>
            <pc:sldMk cId="2744940795" sldId="519"/>
            <ac:spMk id="13" creationId="{E228AA21-0D70-4F63-9283-71D78A2251C4}"/>
          </ac:spMkLst>
        </pc:spChg>
      </pc:sldChg>
      <pc:sldChg chg="addSp modSp add modTransition">
        <pc:chgData name="Marcin Bartosiak" userId="d01ed0f4ecfdbb64" providerId="LiveId" clId="{469E585D-6CFC-4A02-8C67-A45CCD0F5313}" dt="2019-09-30T21:01:40.835" v="3464"/>
        <pc:sldMkLst>
          <pc:docMk/>
          <pc:sldMk cId="2194348453" sldId="520"/>
        </pc:sldMkLst>
        <pc:spChg chg="mod">
          <ac:chgData name="Marcin Bartosiak" userId="d01ed0f4ecfdbb64" providerId="LiveId" clId="{469E585D-6CFC-4A02-8C67-A45CCD0F5313}" dt="2019-09-30T20:59:25.836" v="3404" actId="20577"/>
          <ac:spMkLst>
            <pc:docMk/>
            <pc:sldMk cId="2194348453" sldId="520"/>
            <ac:spMk id="3" creationId="{038A99B9-8546-432D-ACBD-F2E2392FD896}"/>
          </ac:spMkLst>
        </pc:spChg>
        <pc:spChg chg="add mod">
          <ac:chgData name="Marcin Bartosiak" userId="d01ed0f4ecfdbb64" providerId="LiveId" clId="{469E585D-6CFC-4A02-8C67-A45CCD0F5313}" dt="2019-09-30T20:59:46.616" v="3462" actId="20577"/>
          <ac:spMkLst>
            <pc:docMk/>
            <pc:sldMk cId="2194348453" sldId="520"/>
            <ac:spMk id="4" creationId="{AA1DC821-1376-4A3E-9E48-ECC724755FDA}"/>
          </ac:spMkLst>
        </pc:spChg>
      </pc:sldChg>
      <pc:sldMasterChg chg="delSldLayout">
        <pc:chgData name="Marcin Bartosiak" userId="d01ed0f4ecfdbb64" providerId="LiveId" clId="{469E585D-6CFC-4A02-8C67-A45CCD0F5313}" dt="2019-09-18T13:40:34.199" v="2034" actId="2696"/>
        <pc:sldMasterMkLst>
          <pc:docMk/>
          <pc:sldMasterMk cId="3625382358" sldId="2147483648"/>
        </pc:sldMasterMkLst>
        <pc:sldLayoutChg chg="del">
          <pc:chgData name="Marcin Bartosiak" userId="d01ed0f4ecfdbb64" providerId="LiveId" clId="{469E585D-6CFC-4A02-8C67-A45CCD0F5313}" dt="2019-09-18T13:40:34.199" v="2034" actId="2696"/>
          <pc:sldLayoutMkLst>
            <pc:docMk/>
            <pc:sldMasterMk cId="3625382358" sldId="2147483648"/>
            <pc:sldLayoutMk cId="3384204132" sldId="2147483660"/>
          </pc:sldLayoutMkLst>
        </pc:sldLayoutChg>
      </pc:sldMasterChg>
    </pc:docChg>
  </pc:docChgLst>
  <pc:docChgLst>
    <pc:chgData name="Marcin Bartosiak" userId="d01ed0f4ecfdbb64" providerId="LiveId" clId="{E0C84F41-9E8F-481A-8B08-54A45EF90BE3}"/>
    <pc:docChg chg="undo redo custSel mod addSld delSld modSld sldOrd modNotesMaster">
      <pc:chgData name="Marcin Bartosiak" userId="d01ed0f4ecfdbb64" providerId="LiveId" clId="{E0C84F41-9E8F-481A-8B08-54A45EF90BE3}" dt="2019-10-07T14:42:22.154" v="2380" actId="20577"/>
      <pc:docMkLst>
        <pc:docMk/>
      </pc:docMkLst>
      <pc:sldChg chg="modSp">
        <pc:chgData name="Marcin Bartosiak" userId="d01ed0f4ecfdbb64" providerId="LiveId" clId="{E0C84F41-9E8F-481A-8B08-54A45EF90BE3}" dt="2019-10-01T15:34:36.459" v="277"/>
        <pc:sldMkLst>
          <pc:docMk/>
          <pc:sldMk cId="1283296598" sldId="256"/>
        </pc:sldMkLst>
        <pc:spChg chg="mod">
          <ac:chgData name="Marcin Bartosiak" userId="d01ed0f4ecfdbb64" providerId="LiveId" clId="{E0C84F41-9E8F-481A-8B08-54A45EF90BE3}" dt="2019-10-01T15:34:36.459" v="277"/>
          <ac:spMkLst>
            <pc:docMk/>
            <pc:sldMk cId="1283296598" sldId="256"/>
            <ac:spMk id="3" creationId="{51D3F9BC-DE5C-4089-9AB2-8C0566674BCD}"/>
          </ac:spMkLst>
        </pc:spChg>
      </pc:sldChg>
      <pc:sldChg chg="addSp modSp">
        <pc:chgData name="Marcin Bartosiak" userId="d01ed0f4ecfdbb64" providerId="LiveId" clId="{E0C84F41-9E8F-481A-8B08-54A45EF90BE3}" dt="2019-10-01T15:34:36.459" v="277"/>
        <pc:sldMkLst>
          <pc:docMk/>
          <pc:sldMk cId="3708793475" sldId="259"/>
        </pc:sldMkLst>
        <pc:spChg chg="mod">
          <ac:chgData name="Marcin Bartosiak" userId="d01ed0f4ecfdbb64" providerId="LiveId" clId="{E0C84F41-9E8F-481A-8B08-54A45EF90BE3}" dt="2019-10-01T15:33:00.576" v="246" actId="20577"/>
          <ac:spMkLst>
            <pc:docMk/>
            <pc:sldMk cId="3708793475" sldId="259"/>
            <ac:spMk id="2" creationId="{668614E7-EED8-42D1-AA65-CE1ACBEB9A54}"/>
          </ac:spMkLst>
        </pc:spChg>
        <pc:spChg chg="mod">
          <ac:chgData name="Marcin Bartosiak" userId="d01ed0f4ecfdbb64" providerId="LiveId" clId="{E0C84F41-9E8F-481A-8B08-54A45EF90BE3}" dt="2019-10-01T15:34:36.459" v="277"/>
          <ac:spMkLst>
            <pc:docMk/>
            <pc:sldMk cId="3708793475" sldId="259"/>
            <ac:spMk id="3" creationId="{038A99B9-8546-432D-ACBD-F2E2392FD896}"/>
          </ac:spMkLst>
        </pc:spChg>
        <pc:picChg chg="add mod">
          <ac:chgData name="Marcin Bartosiak" userId="d01ed0f4ecfdbb64" providerId="LiveId" clId="{E0C84F41-9E8F-481A-8B08-54A45EF90BE3}" dt="2019-10-01T15:34:02.589" v="271" actId="14100"/>
          <ac:picMkLst>
            <pc:docMk/>
            <pc:sldMk cId="3708793475" sldId="259"/>
            <ac:picMk id="4" creationId="{5DE7C1B8-A231-4D9D-BB02-EAAD6868AAFB}"/>
          </ac:picMkLst>
        </pc:picChg>
        <pc:picChg chg="add mod">
          <ac:chgData name="Marcin Bartosiak" userId="d01ed0f4ecfdbb64" providerId="LiveId" clId="{E0C84F41-9E8F-481A-8B08-54A45EF90BE3}" dt="2019-10-01T15:34:05.059" v="272" actId="1076"/>
          <ac:picMkLst>
            <pc:docMk/>
            <pc:sldMk cId="3708793475" sldId="259"/>
            <ac:picMk id="5" creationId="{744D4661-17B9-434D-B24E-1860BAA96F5F}"/>
          </ac:picMkLst>
        </pc:picChg>
      </pc:sldChg>
      <pc:sldChg chg="modSp">
        <pc:chgData name="Marcin Bartosiak" userId="d01ed0f4ecfdbb64" providerId="LiveId" clId="{E0C84F41-9E8F-481A-8B08-54A45EF90BE3}" dt="2019-10-01T15:22:42.341" v="27" actId="6549"/>
        <pc:sldMkLst>
          <pc:docMk/>
          <pc:sldMk cId="932630949" sldId="260"/>
        </pc:sldMkLst>
        <pc:spChg chg="mod">
          <ac:chgData name="Marcin Bartosiak" userId="d01ed0f4ecfdbb64" providerId="LiveId" clId="{E0C84F41-9E8F-481A-8B08-54A45EF90BE3}" dt="2019-10-01T15:22:42.341" v="27" actId="6549"/>
          <ac:spMkLst>
            <pc:docMk/>
            <pc:sldMk cId="932630949" sldId="260"/>
            <ac:spMk id="9" creationId="{CB66BB81-4A97-45E8-9BED-6AE071964A45}"/>
          </ac:spMkLst>
        </pc:spChg>
      </pc:sldChg>
      <pc:sldChg chg="del">
        <pc:chgData name="Marcin Bartosiak" userId="d01ed0f4ecfdbb64" providerId="LiveId" clId="{E0C84F41-9E8F-481A-8B08-54A45EF90BE3}" dt="2019-10-04T11:25:40.413" v="1078" actId="2696"/>
        <pc:sldMkLst>
          <pc:docMk/>
          <pc:sldMk cId="3656134754" sldId="261"/>
        </pc:sldMkLst>
      </pc:sldChg>
      <pc:sldChg chg="add del">
        <pc:chgData name="Marcin Bartosiak" userId="d01ed0f4ecfdbb64" providerId="LiveId" clId="{E0C84F41-9E8F-481A-8B08-54A45EF90BE3}" dt="2019-10-04T11:26:14.303" v="1163" actId="2696"/>
        <pc:sldMkLst>
          <pc:docMk/>
          <pc:sldMk cId="4219187844" sldId="262"/>
        </pc:sldMkLst>
      </pc:sldChg>
      <pc:sldChg chg="add del">
        <pc:chgData name="Marcin Bartosiak" userId="d01ed0f4ecfdbb64" providerId="LiveId" clId="{E0C84F41-9E8F-481A-8B08-54A45EF90BE3}" dt="2019-10-04T11:26:14.314" v="1164" actId="2696"/>
        <pc:sldMkLst>
          <pc:docMk/>
          <pc:sldMk cId="2492476451" sldId="263"/>
        </pc:sldMkLst>
      </pc:sldChg>
      <pc:sldChg chg="add del">
        <pc:chgData name="Marcin Bartosiak" userId="d01ed0f4ecfdbb64" providerId="LiveId" clId="{E0C84F41-9E8F-481A-8B08-54A45EF90BE3}" dt="2019-10-04T11:26:14.336" v="1166" actId="2696"/>
        <pc:sldMkLst>
          <pc:docMk/>
          <pc:sldMk cId="3069620319" sldId="264"/>
        </pc:sldMkLst>
      </pc:sldChg>
      <pc:sldChg chg="del">
        <pc:chgData name="Marcin Bartosiak" userId="d01ed0f4ecfdbb64" providerId="LiveId" clId="{E0C84F41-9E8F-481A-8B08-54A45EF90BE3}" dt="2019-10-04T11:25:40.436" v="1080" actId="2696"/>
        <pc:sldMkLst>
          <pc:docMk/>
          <pc:sldMk cId="3675923517" sldId="293"/>
        </pc:sldMkLst>
      </pc:sldChg>
      <pc:sldChg chg="del">
        <pc:chgData name="Marcin Bartosiak" userId="d01ed0f4ecfdbb64" providerId="LiveId" clId="{E0C84F41-9E8F-481A-8B08-54A45EF90BE3}" dt="2019-10-04T11:25:40.444" v="1081" actId="2696"/>
        <pc:sldMkLst>
          <pc:docMk/>
          <pc:sldMk cId="2657131797" sldId="294"/>
        </pc:sldMkLst>
      </pc:sldChg>
      <pc:sldChg chg="add del">
        <pc:chgData name="Marcin Bartosiak" userId="d01ed0f4ecfdbb64" providerId="LiveId" clId="{E0C84F41-9E8F-481A-8B08-54A45EF90BE3}" dt="2019-10-04T11:26:14.462" v="1178" actId="2696"/>
        <pc:sldMkLst>
          <pc:docMk/>
          <pc:sldMk cId="807570640" sldId="297"/>
        </pc:sldMkLst>
      </pc:sldChg>
      <pc:sldChg chg="add del">
        <pc:chgData name="Marcin Bartosiak" userId="d01ed0f4ecfdbb64" providerId="LiveId" clId="{E0C84F41-9E8F-481A-8B08-54A45EF90BE3}" dt="2019-10-04T11:26:14.440" v="1176" actId="2696"/>
        <pc:sldMkLst>
          <pc:docMk/>
          <pc:sldMk cId="1728106554" sldId="302"/>
        </pc:sldMkLst>
      </pc:sldChg>
      <pc:sldChg chg="del">
        <pc:chgData name="Marcin Bartosiak" userId="d01ed0f4ecfdbb64" providerId="LiveId" clId="{E0C84F41-9E8F-481A-8B08-54A45EF90BE3}" dt="2019-10-01T15:48:08.844" v="369" actId="2696"/>
        <pc:sldMkLst>
          <pc:docMk/>
          <pc:sldMk cId="1322509830" sldId="382"/>
        </pc:sldMkLst>
      </pc:sldChg>
      <pc:sldChg chg="del">
        <pc:chgData name="Marcin Bartosiak" userId="d01ed0f4ecfdbb64" providerId="LiveId" clId="{E0C84F41-9E8F-481A-8B08-54A45EF90BE3}" dt="2019-10-01T15:48:08.851" v="370" actId="2696"/>
        <pc:sldMkLst>
          <pc:docMk/>
          <pc:sldMk cId="5262800" sldId="383"/>
        </pc:sldMkLst>
      </pc:sldChg>
      <pc:sldChg chg="del">
        <pc:chgData name="Marcin Bartosiak" userId="d01ed0f4ecfdbb64" providerId="LiveId" clId="{E0C84F41-9E8F-481A-8B08-54A45EF90BE3}" dt="2019-10-01T15:48:08.960" v="383" actId="2696"/>
        <pc:sldMkLst>
          <pc:docMk/>
          <pc:sldMk cId="1582975864" sldId="384"/>
        </pc:sldMkLst>
      </pc:sldChg>
      <pc:sldChg chg="del">
        <pc:chgData name="Marcin Bartosiak" userId="d01ed0f4ecfdbb64" providerId="LiveId" clId="{E0C84F41-9E8F-481A-8B08-54A45EF90BE3}" dt="2019-10-04T11:25:40.404" v="1077" actId="2696"/>
        <pc:sldMkLst>
          <pc:docMk/>
          <pc:sldMk cId="1099971473" sldId="386"/>
        </pc:sldMkLst>
      </pc:sldChg>
      <pc:sldChg chg="del">
        <pc:chgData name="Marcin Bartosiak" userId="d01ed0f4ecfdbb64" providerId="LiveId" clId="{E0C84F41-9E8F-481A-8B08-54A45EF90BE3}" dt="2019-10-01T15:48:08.858" v="371" actId="2696"/>
        <pc:sldMkLst>
          <pc:docMk/>
          <pc:sldMk cId="357001541" sldId="387"/>
        </pc:sldMkLst>
      </pc:sldChg>
      <pc:sldChg chg="del">
        <pc:chgData name="Marcin Bartosiak" userId="d01ed0f4ecfdbb64" providerId="LiveId" clId="{E0C84F41-9E8F-481A-8B08-54A45EF90BE3}" dt="2019-10-01T15:48:08.865" v="372" actId="2696"/>
        <pc:sldMkLst>
          <pc:docMk/>
          <pc:sldMk cId="1707549487" sldId="388"/>
        </pc:sldMkLst>
      </pc:sldChg>
      <pc:sldChg chg="del">
        <pc:chgData name="Marcin Bartosiak" userId="d01ed0f4ecfdbb64" providerId="LiveId" clId="{E0C84F41-9E8F-481A-8B08-54A45EF90BE3}" dt="2019-10-01T15:48:08.871" v="373" actId="2696"/>
        <pc:sldMkLst>
          <pc:docMk/>
          <pc:sldMk cId="492012323" sldId="389"/>
        </pc:sldMkLst>
      </pc:sldChg>
      <pc:sldChg chg="del">
        <pc:chgData name="Marcin Bartosiak" userId="d01ed0f4ecfdbb64" providerId="LiveId" clId="{E0C84F41-9E8F-481A-8B08-54A45EF90BE3}" dt="2019-10-01T15:48:08.878" v="374" actId="2696"/>
        <pc:sldMkLst>
          <pc:docMk/>
          <pc:sldMk cId="1231743430" sldId="390"/>
        </pc:sldMkLst>
      </pc:sldChg>
      <pc:sldChg chg="del">
        <pc:chgData name="Marcin Bartosiak" userId="d01ed0f4ecfdbb64" providerId="LiveId" clId="{E0C84F41-9E8F-481A-8B08-54A45EF90BE3}" dt="2019-10-01T15:48:08.887" v="375" actId="2696"/>
        <pc:sldMkLst>
          <pc:docMk/>
          <pc:sldMk cId="3821895457" sldId="391"/>
        </pc:sldMkLst>
      </pc:sldChg>
      <pc:sldChg chg="del">
        <pc:chgData name="Marcin Bartosiak" userId="d01ed0f4ecfdbb64" providerId="LiveId" clId="{E0C84F41-9E8F-481A-8B08-54A45EF90BE3}" dt="2019-10-01T15:48:08.897" v="376" actId="2696"/>
        <pc:sldMkLst>
          <pc:docMk/>
          <pc:sldMk cId="2998404735" sldId="393"/>
        </pc:sldMkLst>
      </pc:sldChg>
      <pc:sldChg chg="del">
        <pc:chgData name="Marcin Bartosiak" userId="d01ed0f4ecfdbb64" providerId="LiveId" clId="{E0C84F41-9E8F-481A-8B08-54A45EF90BE3}" dt="2019-10-01T15:48:08.906" v="377" actId="2696"/>
        <pc:sldMkLst>
          <pc:docMk/>
          <pc:sldMk cId="221749788" sldId="394"/>
        </pc:sldMkLst>
      </pc:sldChg>
      <pc:sldChg chg="del">
        <pc:chgData name="Marcin Bartosiak" userId="d01ed0f4ecfdbb64" providerId="LiveId" clId="{E0C84F41-9E8F-481A-8B08-54A45EF90BE3}" dt="2019-10-01T15:48:08.912" v="378" actId="2696"/>
        <pc:sldMkLst>
          <pc:docMk/>
          <pc:sldMk cId="341078857" sldId="395"/>
        </pc:sldMkLst>
      </pc:sldChg>
      <pc:sldChg chg="del">
        <pc:chgData name="Marcin Bartosiak" userId="d01ed0f4ecfdbb64" providerId="LiveId" clId="{E0C84F41-9E8F-481A-8B08-54A45EF90BE3}" dt="2019-10-01T15:48:08.922" v="379" actId="2696"/>
        <pc:sldMkLst>
          <pc:docMk/>
          <pc:sldMk cId="51115552" sldId="396"/>
        </pc:sldMkLst>
      </pc:sldChg>
      <pc:sldChg chg="del">
        <pc:chgData name="Marcin Bartosiak" userId="d01ed0f4ecfdbb64" providerId="LiveId" clId="{E0C84F41-9E8F-481A-8B08-54A45EF90BE3}" dt="2019-10-01T15:48:08.935" v="380" actId="2696"/>
        <pc:sldMkLst>
          <pc:docMk/>
          <pc:sldMk cId="95728894" sldId="397"/>
        </pc:sldMkLst>
      </pc:sldChg>
      <pc:sldChg chg="del">
        <pc:chgData name="Marcin Bartosiak" userId="d01ed0f4ecfdbb64" providerId="LiveId" clId="{E0C84F41-9E8F-481A-8B08-54A45EF90BE3}" dt="2019-10-01T15:48:08.943" v="381" actId="2696"/>
        <pc:sldMkLst>
          <pc:docMk/>
          <pc:sldMk cId="2557538770" sldId="398"/>
        </pc:sldMkLst>
      </pc:sldChg>
      <pc:sldChg chg="delSp modSp">
        <pc:chgData name="Marcin Bartosiak" userId="d01ed0f4ecfdbb64" providerId="LiveId" clId="{E0C84F41-9E8F-481A-8B08-54A45EF90BE3}" dt="2019-10-01T15:35:26.115" v="283"/>
        <pc:sldMkLst>
          <pc:docMk/>
          <pc:sldMk cId="1910203382" sldId="399"/>
        </pc:sldMkLst>
        <pc:spChg chg="mod">
          <ac:chgData name="Marcin Bartosiak" userId="d01ed0f4ecfdbb64" providerId="LiveId" clId="{E0C84F41-9E8F-481A-8B08-54A45EF90BE3}" dt="2019-10-01T15:35:26.115" v="283"/>
          <ac:spMkLst>
            <pc:docMk/>
            <pc:sldMk cId="1910203382" sldId="399"/>
            <ac:spMk id="2" creationId="{668614E7-EED8-42D1-AA65-CE1ACBEB9A54}"/>
          </ac:spMkLst>
        </pc:spChg>
        <pc:spChg chg="mod">
          <ac:chgData name="Marcin Bartosiak" userId="d01ed0f4ecfdbb64" providerId="LiveId" clId="{E0C84F41-9E8F-481A-8B08-54A45EF90BE3}" dt="2019-10-01T15:35:08.452" v="282" actId="27636"/>
          <ac:spMkLst>
            <pc:docMk/>
            <pc:sldMk cId="1910203382" sldId="399"/>
            <ac:spMk id="3" creationId="{038A99B9-8546-432D-ACBD-F2E2392FD896}"/>
          </ac:spMkLst>
        </pc:spChg>
        <pc:picChg chg="del">
          <ac:chgData name="Marcin Bartosiak" userId="d01ed0f4ecfdbb64" providerId="LiveId" clId="{E0C84F41-9E8F-481A-8B08-54A45EF90BE3}" dt="2019-10-01T15:34:54.424" v="278" actId="478"/>
          <ac:picMkLst>
            <pc:docMk/>
            <pc:sldMk cId="1910203382" sldId="399"/>
            <ac:picMk id="7" creationId="{C1167159-033D-46E5-ABEB-D104C28DE6A5}"/>
          </ac:picMkLst>
        </pc:picChg>
      </pc:sldChg>
      <pc:sldChg chg="addSp delSp modSp modAnim">
        <pc:chgData name="Marcin Bartosiak" userId="d01ed0f4ecfdbb64" providerId="LiveId" clId="{E0C84F41-9E8F-481A-8B08-54A45EF90BE3}" dt="2019-10-01T15:36:25.443" v="292" actId="14100"/>
        <pc:sldMkLst>
          <pc:docMk/>
          <pc:sldMk cId="1287926839" sldId="400"/>
        </pc:sldMkLst>
        <pc:spChg chg="mod">
          <ac:chgData name="Marcin Bartosiak" userId="d01ed0f4ecfdbb64" providerId="LiveId" clId="{E0C84F41-9E8F-481A-8B08-54A45EF90BE3}" dt="2019-10-01T15:35:49.962" v="284"/>
          <ac:spMkLst>
            <pc:docMk/>
            <pc:sldMk cId="1287926839" sldId="400"/>
            <ac:spMk id="2" creationId="{668614E7-EED8-42D1-AA65-CE1ACBEB9A54}"/>
          </ac:spMkLst>
        </pc:spChg>
        <pc:spChg chg="del">
          <ac:chgData name="Marcin Bartosiak" userId="d01ed0f4ecfdbb64" providerId="LiveId" clId="{E0C84F41-9E8F-481A-8B08-54A45EF90BE3}" dt="2019-10-01T15:36:00.486" v="286" actId="478"/>
          <ac:spMkLst>
            <pc:docMk/>
            <pc:sldMk cId="1287926839" sldId="400"/>
            <ac:spMk id="3" creationId="{038A99B9-8546-432D-ACBD-F2E2392FD896}"/>
          </ac:spMkLst>
        </pc:spChg>
        <pc:spChg chg="add del mod">
          <ac:chgData name="Marcin Bartosiak" userId="d01ed0f4ecfdbb64" providerId="LiveId" clId="{E0C84F41-9E8F-481A-8B08-54A45EF90BE3}" dt="2019-10-01T15:36:03.522" v="287" actId="478"/>
          <ac:spMkLst>
            <pc:docMk/>
            <pc:sldMk cId="1287926839" sldId="400"/>
            <ac:spMk id="5" creationId="{E17DC785-E7A0-4610-BB2E-30F04F901EF7}"/>
          </ac:spMkLst>
        </pc:spChg>
        <pc:picChg chg="del">
          <ac:chgData name="Marcin Bartosiak" userId="d01ed0f4ecfdbb64" providerId="LiveId" clId="{E0C84F41-9E8F-481A-8B08-54A45EF90BE3}" dt="2019-10-01T15:35:57.444" v="285" actId="478"/>
          <ac:picMkLst>
            <pc:docMk/>
            <pc:sldMk cId="1287926839" sldId="400"/>
            <ac:picMk id="6" creationId="{447289CC-6679-4509-A4D9-C1CB0BB3C626}"/>
          </ac:picMkLst>
        </pc:picChg>
        <pc:picChg chg="add mod">
          <ac:chgData name="Marcin Bartosiak" userId="d01ed0f4ecfdbb64" providerId="LiveId" clId="{E0C84F41-9E8F-481A-8B08-54A45EF90BE3}" dt="2019-10-01T15:36:25.443" v="292" actId="14100"/>
          <ac:picMkLst>
            <pc:docMk/>
            <pc:sldMk cId="1287926839" sldId="400"/>
            <ac:picMk id="7" creationId="{828F15E1-B107-4F05-AEE1-741CB19E4BB0}"/>
          </ac:picMkLst>
        </pc:picChg>
        <pc:picChg chg="add mod">
          <ac:chgData name="Marcin Bartosiak" userId="d01ed0f4ecfdbb64" providerId="LiveId" clId="{E0C84F41-9E8F-481A-8B08-54A45EF90BE3}" dt="2019-10-01T15:36:19.786" v="291" actId="1076"/>
          <ac:picMkLst>
            <pc:docMk/>
            <pc:sldMk cId="1287926839" sldId="400"/>
            <ac:picMk id="8" creationId="{50A811D3-7B3D-4AF3-A9E8-69CD9BF43D86}"/>
          </ac:picMkLst>
        </pc:picChg>
      </pc:sldChg>
      <pc:sldChg chg="del">
        <pc:chgData name="Marcin Bartosiak" userId="d01ed0f4ecfdbb64" providerId="LiveId" clId="{E0C84F41-9E8F-481A-8B08-54A45EF90BE3}" dt="2019-10-01T15:48:08.953" v="382" actId="2696"/>
        <pc:sldMkLst>
          <pc:docMk/>
          <pc:sldMk cId="1585030279" sldId="401"/>
        </pc:sldMkLst>
      </pc:sldChg>
      <pc:sldChg chg="del">
        <pc:chgData name="Marcin Bartosiak" userId="d01ed0f4ecfdbb64" providerId="LiveId" clId="{E0C84F41-9E8F-481A-8B08-54A45EF90BE3}" dt="2019-10-01T15:48:08.969" v="384" actId="2696"/>
        <pc:sldMkLst>
          <pc:docMk/>
          <pc:sldMk cId="1897886228" sldId="402"/>
        </pc:sldMkLst>
      </pc:sldChg>
      <pc:sldChg chg="del">
        <pc:chgData name="Marcin Bartosiak" userId="d01ed0f4ecfdbb64" providerId="LiveId" clId="{E0C84F41-9E8F-481A-8B08-54A45EF90BE3}" dt="2019-10-01T15:49:15.575" v="386" actId="2696"/>
        <pc:sldMkLst>
          <pc:docMk/>
          <pc:sldMk cId="2992929464" sldId="403"/>
        </pc:sldMkLst>
      </pc:sldChg>
      <pc:sldChg chg="modSp">
        <pc:chgData name="Marcin Bartosiak" userId="d01ed0f4ecfdbb64" providerId="LiveId" clId="{E0C84F41-9E8F-481A-8B08-54A45EF90BE3}" dt="2019-10-01T15:49:32.699" v="406" actId="6549"/>
        <pc:sldMkLst>
          <pc:docMk/>
          <pc:sldMk cId="357918994" sldId="404"/>
        </pc:sldMkLst>
        <pc:spChg chg="mod">
          <ac:chgData name="Marcin Bartosiak" userId="d01ed0f4ecfdbb64" providerId="LiveId" clId="{E0C84F41-9E8F-481A-8B08-54A45EF90BE3}" dt="2019-10-01T15:49:32.699" v="406" actId="6549"/>
          <ac:spMkLst>
            <pc:docMk/>
            <pc:sldMk cId="357918994" sldId="404"/>
            <ac:spMk id="9" creationId="{CB66BB81-4A97-45E8-9BED-6AE071964A45}"/>
          </ac:spMkLst>
        </pc:spChg>
      </pc:sldChg>
      <pc:sldChg chg="addSp modSp">
        <pc:chgData name="Marcin Bartosiak" userId="d01ed0f4ecfdbb64" providerId="LiveId" clId="{E0C84F41-9E8F-481A-8B08-54A45EF90BE3}" dt="2019-10-04T11:14:55.742" v="939" actId="14100"/>
        <pc:sldMkLst>
          <pc:docMk/>
          <pc:sldMk cId="2012083938" sldId="405"/>
        </pc:sldMkLst>
        <pc:spChg chg="add mod">
          <ac:chgData name="Marcin Bartosiak" userId="d01ed0f4ecfdbb64" providerId="LiveId" clId="{E0C84F41-9E8F-481A-8B08-54A45EF90BE3}" dt="2019-10-04T11:14:55.742" v="939" actId="14100"/>
          <ac:spMkLst>
            <pc:docMk/>
            <pc:sldMk cId="2012083938" sldId="405"/>
            <ac:spMk id="3" creationId="{FDECBD22-DE61-4FE9-B80E-A891C3BDE57C}"/>
          </ac:spMkLst>
        </pc:spChg>
        <pc:spChg chg="mod">
          <ac:chgData name="Marcin Bartosiak" userId="d01ed0f4ecfdbb64" providerId="LiveId" clId="{E0C84F41-9E8F-481A-8B08-54A45EF90BE3}" dt="2019-10-04T11:14:13.032" v="905" actId="20577"/>
          <ac:spMkLst>
            <pc:docMk/>
            <pc:sldMk cId="2012083938" sldId="405"/>
            <ac:spMk id="9" creationId="{CB66BB81-4A97-45E8-9BED-6AE071964A45}"/>
          </ac:spMkLst>
        </pc:spChg>
      </pc:sldChg>
      <pc:sldChg chg="del">
        <pc:chgData name="Marcin Bartosiak" userId="d01ed0f4ecfdbb64" providerId="LiveId" clId="{E0C84F41-9E8F-481A-8B08-54A45EF90BE3}" dt="2019-10-04T11:25:40.423" v="1079" actId="2696"/>
        <pc:sldMkLst>
          <pc:docMk/>
          <pc:sldMk cId="2580186310" sldId="406"/>
        </pc:sldMkLst>
      </pc:sldChg>
      <pc:sldChg chg="del">
        <pc:chgData name="Marcin Bartosiak" userId="d01ed0f4ecfdbb64" providerId="LiveId" clId="{E0C84F41-9E8F-481A-8B08-54A45EF90BE3}" dt="2019-10-04T11:25:40.452" v="1082" actId="2696"/>
        <pc:sldMkLst>
          <pc:docMk/>
          <pc:sldMk cId="3804593922" sldId="486"/>
        </pc:sldMkLst>
      </pc:sldChg>
      <pc:sldChg chg="del">
        <pc:chgData name="Marcin Bartosiak" userId="d01ed0f4ecfdbb64" providerId="LiveId" clId="{E0C84F41-9E8F-481A-8B08-54A45EF90BE3}" dt="2019-10-04T11:25:40.468" v="1083" actId="2696"/>
        <pc:sldMkLst>
          <pc:docMk/>
          <pc:sldMk cId="63581372" sldId="487"/>
        </pc:sldMkLst>
      </pc:sldChg>
      <pc:sldChg chg="del">
        <pc:chgData name="Marcin Bartosiak" userId="d01ed0f4ecfdbb64" providerId="LiveId" clId="{E0C84F41-9E8F-481A-8B08-54A45EF90BE3}" dt="2019-10-04T11:25:40.482" v="1084" actId="2696"/>
        <pc:sldMkLst>
          <pc:docMk/>
          <pc:sldMk cId="2261422944" sldId="488"/>
        </pc:sldMkLst>
      </pc:sldChg>
      <pc:sldChg chg="add del">
        <pc:chgData name="Marcin Bartosiak" userId="d01ed0f4ecfdbb64" providerId="LiveId" clId="{E0C84F41-9E8F-481A-8B08-54A45EF90BE3}" dt="2019-10-04T13:10:56.430" v="1637" actId="2696"/>
        <pc:sldMkLst>
          <pc:docMk/>
          <pc:sldMk cId="3518224371" sldId="489"/>
        </pc:sldMkLst>
      </pc:sldChg>
      <pc:sldChg chg="add del">
        <pc:chgData name="Marcin Bartosiak" userId="d01ed0f4ecfdbb64" providerId="LiveId" clId="{E0C84F41-9E8F-481A-8B08-54A45EF90BE3}" dt="2019-10-04T11:26:14.323" v="1165" actId="2696"/>
        <pc:sldMkLst>
          <pc:docMk/>
          <pc:sldMk cId="2440601802" sldId="490"/>
        </pc:sldMkLst>
      </pc:sldChg>
      <pc:sldChg chg="add del">
        <pc:chgData name="Marcin Bartosiak" userId="d01ed0f4ecfdbb64" providerId="LiveId" clId="{E0C84F41-9E8F-481A-8B08-54A45EF90BE3}" dt="2019-10-04T11:26:14.346" v="1167" actId="2696"/>
        <pc:sldMkLst>
          <pc:docMk/>
          <pc:sldMk cId="3805757250" sldId="491"/>
        </pc:sldMkLst>
      </pc:sldChg>
      <pc:sldChg chg="add del">
        <pc:chgData name="Marcin Bartosiak" userId="d01ed0f4ecfdbb64" providerId="LiveId" clId="{E0C84F41-9E8F-481A-8B08-54A45EF90BE3}" dt="2019-10-04T11:26:14.358" v="1168" actId="2696"/>
        <pc:sldMkLst>
          <pc:docMk/>
          <pc:sldMk cId="1589000419" sldId="492"/>
        </pc:sldMkLst>
      </pc:sldChg>
      <pc:sldChg chg="add del">
        <pc:chgData name="Marcin Bartosiak" userId="d01ed0f4ecfdbb64" providerId="LiveId" clId="{E0C84F41-9E8F-481A-8B08-54A45EF90BE3}" dt="2019-10-04T11:26:14.368" v="1169" actId="2696"/>
        <pc:sldMkLst>
          <pc:docMk/>
          <pc:sldMk cId="1438908292" sldId="493"/>
        </pc:sldMkLst>
      </pc:sldChg>
      <pc:sldChg chg="add del">
        <pc:chgData name="Marcin Bartosiak" userId="d01ed0f4ecfdbb64" providerId="LiveId" clId="{E0C84F41-9E8F-481A-8B08-54A45EF90BE3}" dt="2019-10-04T11:26:14.382" v="1170" actId="2696"/>
        <pc:sldMkLst>
          <pc:docMk/>
          <pc:sldMk cId="1131326129" sldId="494"/>
        </pc:sldMkLst>
      </pc:sldChg>
      <pc:sldChg chg="add del">
        <pc:chgData name="Marcin Bartosiak" userId="d01ed0f4ecfdbb64" providerId="LiveId" clId="{E0C84F41-9E8F-481A-8B08-54A45EF90BE3}" dt="2019-10-04T11:26:14.389" v="1171" actId="2696"/>
        <pc:sldMkLst>
          <pc:docMk/>
          <pc:sldMk cId="3596607639" sldId="495"/>
        </pc:sldMkLst>
      </pc:sldChg>
      <pc:sldChg chg="add del">
        <pc:chgData name="Marcin Bartosiak" userId="d01ed0f4ecfdbb64" providerId="LiveId" clId="{E0C84F41-9E8F-481A-8B08-54A45EF90BE3}" dt="2019-10-04T11:26:14.401" v="1172" actId="2696"/>
        <pc:sldMkLst>
          <pc:docMk/>
          <pc:sldMk cId="2607963637" sldId="496"/>
        </pc:sldMkLst>
      </pc:sldChg>
      <pc:sldChg chg="add del">
        <pc:chgData name="Marcin Bartosiak" userId="d01ed0f4ecfdbb64" providerId="LiveId" clId="{E0C84F41-9E8F-481A-8B08-54A45EF90BE3}" dt="2019-10-04T11:26:14.410" v="1173" actId="2696"/>
        <pc:sldMkLst>
          <pc:docMk/>
          <pc:sldMk cId="2247445413" sldId="497"/>
        </pc:sldMkLst>
      </pc:sldChg>
      <pc:sldChg chg="add del">
        <pc:chgData name="Marcin Bartosiak" userId="d01ed0f4ecfdbb64" providerId="LiveId" clId="{E0C84F41-9E8F-481A-8B08-54A45EF90BE3}" dt="2019-10-04T11:26:14.421" v="1174" actId="2696"/>
        <pc:sldMkLst>
          <pc:docMk/>
          <pc:sldMk cId="2420615508" sldId="498"/>
        </pc:sldMkLst>
      </pc:sldChg>
      <pc:sldChg chg="add del">
        <pc:chgData name="Marcin Bartosiak" userId="d01ed0f4ecfdbb64" providerId="LiveId" clId="{E0C84F41-9E8F-481A-8B08-54A45EF90BE3}" dt="2019-10-04T11:26:14.431" v="1175" actId="2696"/>
        <pc:sldMkLst>
          <pc:docMk/>
          <pc:sldMk cId="1985091193" sldId="499"/>
        </pc:sldMkLst>
      </pc:sldChg>
      <pc:sldChg chg="add del">
        <pc:chgData name="Marcin Bartosiak" userId="d01ed0f4ecfdbb64" providerId="LiveId" clId="{E0C84F41-9E8F-481A-8B08-54A45EF90BE3}" dt="2019-10-04T11:26:14.456" v="1177" actId="2696"/>
        <pc:sldMkLst>
          <pc:docMk/>
          <pc:sldMk cId="646916555" sldId="500"/>
        </pc:sldMkLst>
      </pc:sldChg>
      <pc:sldChg chg="add del">
        <pc:chgData name="Marcin Bartosiak" userId="d01ed0f4ecfdbb64" providerId="LiveId" clId="{E0C84F41-9E8F-481A-8B08-54A45EF90BE3}" dt="2019-10-04T11:26:14.469" v="1179" actId="2696"/>
        <pc:sldMkLst>
          <pc:docMk/>
          <pc:sldMk cId="695713294" sldId="502"/>
        </pc:sldMkLst>
      </pc:sldChg>
      <pc:sldChg chg="add del">
        <pc:chgData name="Marcin Bartosiak" userId="d01ed0f4ecfdbb64" providerId="LiveId" clId="{E0C84F41-9E8F-481A-8B08-54A45EF90BE3}" dt="2019-10-04T11:26:14.476" v="1180" actId="2696"/>
        <pc:sldMkLst>
          <pc:docMk/>
          <pc:sldMk cId="2727459910" sldId="503"/>
        </pc:sldMkLst>
      </pc:sldChg>
      <pc:sldChg chg="add del">
        <pc:chgData name="Marcin Bartosiak" userId="d01ed0f4ecfdbb64" providerId="LiveId" clId="{E0C84F41-9E8F-481A-8B08-54A45EF90BE3}" dt="2019-10-04T11:26:14.961" v="1181" actId="2696"/>
        <pc:sldMkLst>
          <pc:docMk/>
          <pc:sldMk cId="411326814" sldId="504"/>
        </pc:sldMkLst>
      </pc:sldChg>
      <pc:sldChg chg="add del">
        <pc:chgData name="Marcin Bartosiak" userId="d01ed0f4ecfdbb64" providerId="LiveId" clId="{E0C84F41-9E8F-481A-8B08-54A45EF90BE3}" dt="2019-10-04T11:26:15.015" v="1182" actId="2696"/>
        <pc:sldMkLst>
          <pc:docMk/>
          <pc:sldMk cId="839255092" sldId="505"/>
        </pc:sldMkLst>
      </pc:sldChg>
      <pc:sldChg chg="add del">
        <pc:chgData name="Marcin Bartosiak" userId="d01ed0f4ecfdbb64" providerId="LiveId" clId="{E0C84F41-9E8F-481A-8B08-54A45EF90BE3}" dt="2019-10-04T11:26:15.020" v="1183" actId="2696"/>
        <pc:sldMkLst>
          <pc:docMk/>
          <pc:sldMk cId="1258562211" sldId="506"/>
        </pc:sldMkLst>
      </pc:sldChg>
      <pc:sldChg chg="add del">
        <pc:chgData name="Marcin Bartosiak" userId="d01ed0f4ecfdbb64" providerId="LiveId" clId="{E0C84F41-9E8F-481A-8B08-54A45EF90BE3}" dt="2019-10-04T11:26:15.025" v="1184" actId="2696"/>
        <pc:sldMkLst>
          <pc:docMk/>
          <pc:sldMk cId="998743348" sldId="507"/>
        </pc:sldMkLst>
      </pc:sldChg>
      <pc:sldChg chg="add del">
        <pc:chgData name="Marcin Bartosiak" userId="d01ed0f4ecfdbb64" providerId="LiveId" clId="{E0C84F41-9E8F-481A-8B08-54A45EF90BE3}" dt="2019-10-04T11:26:15.032" v="1185" actId="2696"/>
        <pc:sldMkLst>
          <pc:docMk/>
          <pc:sldMk cId="1656048297" sldId="508"/>
        </pc:sldMkLst>
      </pc:sldChg>
      <pc:sldChg chg="add del">
        <pc:chgData name="Marcin Bartosiak" userId="d01ed0f4ecfdbb64" providerId="LiveId" clId="{E0C84F41-9E8F-481A-8B08-54A45EF90BE3}" dt="2019-10-04T11:26:15.037" v="1186" actId="2696"/>
        <pc:sldMkLst>
          <pc:docMk/>
          <pc:sldMk cId="1791022693" sldId="509"/>
        </pc:sldMkLst>
      </pc:sldChg>
      <pc:sldChg chg="add del">
        <pc:chgData name="Marcin Bartosiak" userId="d01ed0f4ecfdbb64" providerId="LiveId" clId="{E0C84F41-9E8F-481A-8B08-54A45EF90BE3}" dt="2019-10-04T11:26:15.042" v="1187" actId="2696"/>
        <pc:sldMkLst>
          <pc:docMk/>
          <pc:sldMk cId="2608729942" sldId="510"/>
        </pc:sldMkLst>
      </pc:sldChg>
      <pc:sldChg chg="add del">
        <pc:chgData name="Marcin Bartosiak" userId="d01ed0f4ecfdbb64" providerId="LiveId" clId="{E0C84F41-9E8F-481A-8B08-54A45EF90BE3}" dt="2019-10-04T11:26:15.052" v="1188" actId="2696"/>
        <pc:sldMkLst>
          <pc:docMk/>
          <pc:sldMk cId="3652055380" sldId="511"/>
        </pc:sldMkLst>
      </pc:sldChg>
      <pc:sldChg chg="add del">
        <pc:chgData name="Marcin Bartosiak" userId="d01ed0f4ecfdbb64" providerId="LiveId" clId="{E0C84F41-9E8F-481A-8B08-54A45EF90BE3}" dt="2019-10-04T11:26:15.059" v="1189" actId="2696"/>
        <pc:sldMkLst>
          <pc:docMk/>
          <pc:sldMk cId="2003403520" sldId="513"/>
        </pc:sldMkLst>
      </pc:sldChg>
      <pc:sldChg chg="add del">
        <pc:chgData name="Marcin Bartosiak" userId="d01ed0f4ecfdbb64" providerId="LiveId" clId="{E0C84F41-9E8F-481A-8B08-54A45EF90BE3}" dt="2019-10-04T11:26:15.067" v="1190" actId="2696"/>
        <pc:sldMkLst>
          <pc:docMk/>
          <pc:sldMk cId="614618985" sldId="514"/>
        </pc:sldMkLst>
      </pc:sldChg>
      <pc:sldChg chg="add del">
        <pc:chgData name="Marcin Bartosiak" userId="d01ed0f4ecfdbb64" providerId="LiveId" clId="{E0C84F41-9E8F-481A-8B08-54A45EF90BE3}" dt="2019-10-04T11:26:19.805" v="1191" actId="2696"/>
        <pc:sldMkLst>
          <pc:docMk/>
          <pc:sldMk cId="26651099" sldId="515"/>
        </pc:sldMkLst>
      </pc:sldChg>
      <pc:sldChg chg="add del">
        <pc:chgData name="Marcin Bartosiak" userId="d01ed0f4ecfdbb64" providerId="LiveId" clId="{E0C84F41-9E8F-481A-8B08-54A45EF90BE3}" dt="2019-10-04T11:26:19.815" v="1192" actId="2696"/>
        <pc:sldMkLst>
          <pc:docMk/>
          <pc:sldMk cId="1796802614" sldId="517"/>
        </pc:sldMkLst>
      </pc:sldChg>
      <pc:sldChg chg="add del">
        <pc:chgData name="Marcin Bartosiak" userId="d01ed0f4ecfdbb64" providerId="LiveId" clId="{E0C84F41-9E8F-481A-8B08-54A45EF90BE3}" dt="2019-10-04T11:26:19.824" v="1193" actId="2696"/>
        <pc:sldMkLst>
          <pc:docMk/>
          <pc:sldMk cId="112749347" sldId="518"/>
        </pc:sldMkLst>
      </pc:sldChg>
      <pc:sldChg chg="add del">
        <pc:chgData name="Marcin Bartosiak" userId="d01ed0f4ecfdbb64" providerId="LiveId" clId="{E0C84F41-9E8F-481A-8B08-54A45EF90BE3}" dt="2019-10-04T11:26:19.831" v="1194" actId="2696"/>
        <pc:sldMkLst>
          <pc:docMk/>
          <pc:sldMk cId="2744940795" sldId="519"/>
        </pc:sldMkLst>
      </pc:sldChg>
      <pc:sldChg chg="del">
        <pc:chgData name="Marcin Bartosiak" userId="d01ed0f4ecfdbb64" providerId="LiveId" clId="{E0C84F41-9E8F-481A-8B08-54A45EF90BE3}" dt="2019-10-01T15:49:12.113" v="385" actId="2696"/>
        <pc:sldMkLst>
          <pc:docMk/>
          <pc:sldMk cId="2194348453" sldId="520"/>
        </pc:sldMkLst>
      </pc:sldChg>
      <pc:sldChg chg="addSp modSp add ord">
        <pc:chgData name="Marcin Bartosiak" userId="d01ed0f4ecfdbb64" providerId="LiveId" clId="{E0C84F41-9E8F-481A-8B08-54A45EF90BE3}" dt="2019-10-01T15:24:16.910" v="64" actId="1076"/>
        <pc:sldMkLst>
          <pc:docMk/>
          <pc:sldMk cId="1458141193" sldId="521"/>
        </pc:sldMkLst>
        <pc:spChg chg="mod">
          <ac:chgData name="Marcin Bartosiak" userId="d01ed0f4ecfdbb64" providerId="LiveId" clId="{E0C84F41-9E8F-481A-8B08-54A45EF90BE3}" dt="2019-10-01T15:23:07.809" v="30"/>
          <ac:spMkLst>
            <pc:docMk/>
            <pc:sldMk cId="1458141193" sldId="521"/>
            <ac:spMk id="2" creationId="{668614E7-EED8-42D1-AA65-CE1ACBEB9A54}"/>
          </ac:spMkLst>
        </pc:spChg>
        <pc:spChg chg="mod">
          <ac:chgData name="Marcin Bartosiak" userId="d01ed0f4ecfdbb64" providerId="LiveId" clId="{E0C84F41-9E8F-481A-8B08-54A45EF90BE3}" dt="2019-10-01T15:24:16.910" v="64" actId="1076"/>
          <ac:spMkLst>
            <pc:docMk/>
            <pc:sldMk cId="1458141193" sldId="521"/>
            <ac:spMk id="3" creationId="{038A99B9-8546-432D-ACBD-F2E2392FD896}"/>
          </ac:spMkLst>
        </pc:spChg>
        <pc:picChg chg="add mod ord">
          <ac:chgData name="Marcin Bartosiak" userId="d01ed0f4ecfdbb64" providerId="LiveId" clId="{E0C84F41-9E8F-481A-8B08-54A45EF90BE3}" dt="2019-10-01T15:24:11.242" v="63" actId="167"/>
          <ac:picMkLst>
            <pc:docMk/>
            <pc:sldMk cId="1458141193" sldId="521"/>
            <ac:picMk id="4" creationId="{68835F6B-26DB-4A62-A7C5-5E5A2BC8D457}"/>
          </ac:picMkLst>
        </pc:picChg>
      </pc:sldChg>
      <pc:sldChg chg="addSp delSp modSp add">
        <pc:chgData name="Marcin Bartosiak" userId="d01ed0f4ecfdbb64" providerId="LiveId" clId="{E0C84F41-9E8F-481A-8B08-54A45EF90BE3}" dt="2019-10-01T15:34:36.459" v="277"/>
        <pc:sldMkLst>
          <pc:docMk/>
          <pc:sldMk cId="2413460066" sldId="522"/>
        </pc:sldMkLst>
        <pc:spChg chg="mod">
          <ac:chgData name="Marcin Bartosiak" userId="d01ed0f4ecfdbb64" providerId="LiveId" clId="{E0C84F41-9E8F-481A-8B08-54A45EF90BE3}" dt="2019-10-01T15:24:39.115" v="66"/>
          <ac:spMkLst>
            <pc:docMk/>
            <pc:sldMk cId="2413460066" sldId="522"/>
            <ac:spMk id="2" creationId="{668614E7-EED8-42D1-AA65-CE1ACBEB9A54}"/>
          </ac:spMkLst>
        </pc:spChg>
        <pc:spChg chg="mod">
          <ac:chgData name="Marcin Bartosiak" userId="d01ed0f4ecfdbb64" providerId="LiveId" clId="{E0C84F41-9E8F-481A-8B08-54A45EF90BE3}" dt="2019-10-01T15:34:36.459" v="277"/>
          <ac:spMkLst>
            <pc:docMk/>
            <pc:sldMk cId="2413460066" sldId="522"/>
            <ac:spMk id="3" creationId="{038A99B9-8546-432D-ACBD-F2E2392FD896}"/>
          </ac:spMkLst>
        </pc:spChg>
        <pc:picChg chg="del">
          <ac:chgData name="Marcin Bartosiak" userId="d01ed0f4ecfdbb64" providerId="LiveId" clId="{E0C84F41-9E8F-481A-8B08-54A45EF90BE3}" dt="2019-10-01T15:25:24.661" v="67" actId="478"/>
          <ac:picMkLst>
            <pc:docMk/>
            <pc:sldMk cId="2413460066" sldId="522"/>
            <ac:picMk id="4" creationId="{68835F6B-26DB-4A62-A7C5-5E5A2BC8D457}"/>
          </ac:picMkLst>
        </pc:picChg>
        <pc:picChg chg="add mod">
          <ac:chgData name="Marcin Bartosiak" userId="d01ed0f4ecfdbb64" providerId="LiveId" clId="{E0C84F41-9E8F-481A-8B08-54A45EF90BE3}" dt="2019-10-01T15:26:06.475" v="81" actId="1076"/>
          <ac:picMkLst>
            <pc:docMk/>
            <pc:sldMk cId="2413460066" sldId="522"/>
            <ac:picMk id="5" creationId="{8C45AE2B-0372-4ADF-9364-0820C1EC5478}"/>
          </ac:picMkLst>
        </pc:picChg>
        <pc:picChg chg="add mod">
          <ac:chgData name="Marcin Bartosiak" userId="d01ed0f4ecfdbb64" providerId="LiveId" clId="{E0C84F41-9E8F-481A-8B08-54A45EF90BE3}" dt="2019-10-01T15:25:53.287" v="78" actId="1076"/>
          <ac:picMkLst>
            <pc:docMk/>
            <pc:sldMk cId="2413460066" sldId="522"/>
            <ac:picMk id="6" creationId="{44C55A7A-5D9B-4EB6-90B7-0248417051A6}"/>
          </ac:picMkLst>
        </pc:picChg>
      </pc:sldChg>
      <pc:sldChg chg="delSp modSp add">
        <pc:chgData name="Marcin Bartosiak" userId="d01ed0f4ecfdbb64" providerId="LiveId" clId="{E0C84F41-9E8F-481A-8B08-54A45EF90BE3}" dt="2019-10-01T15:32:16.180" v="219" actId="115"/>
        <pc:sldMkLst>
          <pc:docMk/>
          <pc:sldMk cId="2590058408" sldId="523"/>
        </pc:sldMkLst>
        <pc:spChg chg="mod">
          <ac:chgData name="Marcin Bartosiak" userId="d01ed0f4ecfdbb64" providerId="LiveId" clId="{E0C84F41-9E8F-481A-8B08-54A45EF90BE3}" dt="2019-10-01T15:31:16.574" v="183" actId="20577"/>
          <ac:spMkLst>
            <pc:docMk/>
            <pc:sldMk cId="2590058408" sldId="523"/>
            <ac:spMk id="2" creationId="{668614E7-EED8-42D1-AA65-CE1ACBEB9A54}"/>
          </ac:spMkLst>
        </pc:spChg>
        <pc:spChg chg="mod">
          <ac:chgData name="Marcin Bartosiak" userId="d01ed0f4ecfdbb64" providerId="LiveId" clId="{E0C84F41-9E8F-481A-8B08-54A45EF90BE3}" dt="2019-10-01T15:32:16.180" v="219" actId="115"/>
          <ac:spMkLst>
            <pc:docMk/>
            <pc:sldMk cId="2590058408" sldId="523"/>
            <ac:spMk id="3" creationId="{038A99B9-8546-432D-ACBD-F2E2392FD896}"/>
          </ac:spMkLst>
        </pc:spChg>
        <pc:picChg chg="del">
          <ac:chgData name="Marcin Bartosiak" userId="d01ed0f4ecfdbb64" providerId="LiveId" clId="{E0C84F41-9E8F-481A-8B08-54A45EF90BE3}" dt="2019-10-01T15:31:22.443" v="184" actId="478"/>
          <ac:picMkLst>
            <pc:docMk/>
            <pc:sldMk cId="2590058408" sldId="523"/>
            <ac:picMk id="5" creationId="{8C45AE2B-0372-4ADF-9364-0820C1EC5478}"/>
          </ac:picMkLst>
        </pc:picChg>
        <pc:picChg chg="del">
          <ac:chgData name="Marcin Bartosiak" userId="d01ed0f4ecfdbb64" providerId="LiveId" clId="{E0C84F41-9E8F-481A-8B08-54A45EF90BE3}" dt="2019-10-01T15:31:22.443" v="184" actId="478"/>
          <ac:picMkLst>
            <pc:docMk/>
            <pc:sldMk cId="2590058408" sldId="523"/>
            <ac:picMk id="6" creationId="{44C55A7A-5D9B-4EB6-90B7-0248417051A6}"/>
          </ac:picMkLst>
        </pc:picChg>
      </pc:sldChg>
      <pc:sldChg chg="addSp delSp modSp add delAnim modAnim">
        <pc:chgData name="Marcin Bartosiak" userId="d01ed0f4ecfdbb64" providerId="LiveId" clId="{E0C84F41-9E8F-481A-8B08-54A45EF90BE3}" dt="2019-10-01T15:42:32.645" v="354"/>
        <pc:sldMkLst>
          <pc:docMk/>
          <pc:sldMk cId="758325181" sldId="524"/>
        </pc:sldMkLst>
        <pc:spChg chg="mod">
          <ac:chgData name="Marcin Bartosiak" userId="d01ed0f4ecfdbb64" providerId="LiveId" clId="{E0C84F41-9E8F-481A-8B08-54A45EF90BE3}" dt="2019-10-01T15:41:01.762" v="336"/>
          <ac:spMkLst>
            <pc:docMk/>
            <pc:sldMk cId="758325181" sldId="524"/>
            <ac:spMk id="2" creationId="{668614E7-EED8-42D1-AA65-CE1ACBEB9A54}"/>
          </ac:spMkLst>
        </pc:spChg>
        <pc:spChg chg="add mod">
          <ac:chgData name="Marcin Bartosiak" userId="d01ed0f4ecfdbb64" providerId="LiveId" clId="{E0C84F41-9E8F-481A-8B08-54A45EF90BE3}" dt="2019-10-01T15:42:04.757" v="351" actId="403"/>
          <ac:spMkLst>
            <pc:docMk/>
            <pc:sldMk cId="758325181" sldId="524"/>
            <ac:spMk id="3" creationId="{F02535A5-8D12-4524-9C12-4B439AF6DC2E}"/>
          </ac:spMkLst>
        </pc:spChg>
        <pc:spChg chg="add mod">
          <ac:chgData name="Marcin Bartosiak" userId="d01ed0f4ecfdbb64" providerId="LiveId" clId="{E0C84F41-9E8F-481A-8B08-54A45EF90BE3}" dt="2019-10-01T15:42:10.207" v="352" actId="1076"/>
          <ac:spMkLst>
            <pc:docMk/>
            <pc:sldMk cId="758325181" sldId="524"/>
            <ac:spMk id="6" creationId="{E602088E-AA68-48C2-90E0-ACE78A492913}"/>
          </ac:spMkLst>
        </pc:spChg>
        <pc:picChg chg="add mod">
          <ac:chgData name="Marcin Bartosiak" userId="d01ed0f4ecfdbb64" providerId="LiveId" clId="{E0C84F41-9E8F-481A-8B08-54A45EF90BE3}" dt="2019-10-01T15:41:18.618" v="340" actId="14100"/>
          <ac:picMkLst>
            <pc:docMk/>
            <pc:sldMk cId="758325181" sldId="524"/>
            <ac:picMk id="5" creationId="{77AADA3A-6D2E-4EB2-AC48-98AC7C4C8CF2}"/>
          </ac:picMkLst>
        </pc:picChg>
        <pc:picChg chg="del">
          <ac:chgData name="Marcin Bartosiak" userId="d01ed0f4ecfdbb64" providerId="LiveId" clId="{E0C84F41-9E8F-481A-8B08-54A45EF90BE3}" dt="2019-10-01T15:41:04.983" v="337" actId="478"/>
          <ac:picMkLst>
            <pc:docMk/>
            <pc:sldMk cId="758325181" sldId="524"/>
            <ac:picMk id="7" creationId="{828F15E1-B107-4F05-AEE1-741CB19E4BB0}"/>
          </ac:picMkLst>
        </pc:picChg>
        <pc:picChg chg="del">
          <ac:chgData name="Marcin Bartosiak" userId="d01ed0f4ecfdbb64" providerId="LiveId" clId="{E0C84F41-9E8F-481A-8B08-54A45EF90BE3}" dt="2019-10-01T15:41:06.471" v="338" actId="478"/>
          <ac:picMkLst>
            <pc:docMk/>
            <pc:sldMk cId="758325181" sldId="524"/>
            <ac:picMk id="8" creationId="{50A811D3-7B3D-4AF3-A9E8-69CD9BF43D86}"/>
          </ac:picMkLst>
        </pc:picChg>
      </pc:sldChg>
      <pc:sldChg chg="addSp modSp add ord">
        <pc:chgData name="Marcin Bartosiak" userId="d01ed0f4ecfdbb64" providerId="LiveId" clId="{E0C84F41-9E8F-481A-8B08-54A45EF90BE3}" dt="2019-10-07T14:42:22.154" v="2380" actId="20577"/>
        <pc:sldMkLst>
          <pc:docMk/>
          <pc:sldMk cId="937783492" sldId="525"/>
        </pc:sldMkLst>
        <pc:spChg chg="mod">
          <ac:chgData name="Marcin Bartosiak" userId="d01ed0f4ecfdbb64" providerId="LiveId" clId="{E0C84F41-9E8F-481A-8B08-54A45EF90BE3}" dt="2019-10-07T14:42:22.154" v="2380" actId="20577"/>
          <ac:spMkLst>
            <pc:docMk/>
            <pc:sldMk cId="937783492" sldId="525"/>
            <ac:spMk id="3" creationId="{038A99B9-8546-432D-ACBD-F2E2392FD896}"/>
          </ac:spMkLst>
        </pc:spChg>
        <pc:spChg chg="add mod">
          <ac:chgData name="Marcin Bartosiak" userId="d01ed0f4ecfdbb64" providerId="LiveId" clId="{E0C84F41-9E8F-481A-8B08-54A45EF90BE3}" dt="2019-10-01T15:37:40.502" v="309" actId="1076"/>
          <ac:spMkLst>
            <pc:docMk/>
            <pc:sldMk cId="937783492" sldId="525"/>
            <ac:spMk id="4" creationId="{BE003C00-E390-481E-806E-599C23C1E88A}"/>
          </ac:spMkLst>
        </pc:spChg>
      </pc:sldChg>
      <pc:sldChg chg="modSp add">
        <pc:chgData name="Marcin Bartosiak" userId="d01ed0f4ecfdbb64" providerId="LiveId" clId="{E0C84F41-9E8F-481A-8B08-54A45EF90BE3}" dt="2019-10-01T15:39:34.276" v="326"/>
        <pc:sldMkLst>
          <pc:docMk/>
          <pc:sldMk cId="2228962038" sldId="526"/>
        </pc:sldMkLst>
        <pc:spChg chg="mod">
          <ac:chgData name="Marcin Bartosiak" userId="d01ed0f4ecfdbb64" providerId="LiveId" clId="{E0C84F41-9E8F-481A-8B08-54A45EF90BE3}" dt="2019-10-01T15:39:34.276" v="326"/>
          <ac:spMkLst>
            <pc:docMk/>
            <pc:sldMk cId="2228962038" sldId="526"/>
            <ac:spMk id="2" creationId="{668614E7-EED8-42D1-AA65-CE1ACBEB9A54}"/>
          </ac:spMkLst>
        </pc:spChg>
        <pc:spChg chg="mod">
          <ac:chgData name="Marcin Bartosiak" userId="d01ed0f4ecfdbb64" providerId="LiveId" clId="{E0C84F41-9E8F-481A-8B08-54A45EF90BE3}" dt="2019-10-01T15:38:28.753" v="317" actId="6549"/>
          <ac:spMkLst>
            <pc:docMk/>
            <pc:sldMk cId="2228962038" sldId="526"/>
            <ac:spMk id="3" creationId="{038A99B9-8546-432D-ACBD-F2E2392FD896}"/>
          </ac:spMkLst>
        </pc:spChg>
        <pc:spChg chg="mod">
          <ac:chgData name="Marcin Bartosiak" userId="d01ed0f4ecfdbb64" providerId="LiveId" clId="{E0C84F41-9E8F-481A-8B08-54A45EF90BE3}" dt="2019-10-01T15:38:57.344" v="324" actId="20577"/>
          <ac:spMkLst>
            <pc:docMk/>
            <pc:sldMk cId="2228962038" sldId="526"/>
            <ac:spMk id="4" creationId="{BE003C00-E390-481E-806E-599C23C1E88A}"/>
          </ac:spMkLst>
        </pc:spChg>
      </pc:sldChg>
      <pc:sldChg chg="modSp add">
        <pc:chgData name="Marcin Bartosiak" userId="d01ed0f4ecfdbb64" providerId="LiveId" clId="{E0C84F41-9E8F-481A-8B08-54A45EF90BE3}" dt="2019-10-01T15:40:18.349" v="335" actId="20577"/>
        <pc:sldMkLst>
          <pc:docMk/>
          <pc:sldMk cId="3135957044" sldId="527"/>
        </pc:sldMkLst>
        <pc:spChg chg="mod">
          <ac:chgData name="Marcin Bartosiak" userId="d01ed0f4ecfdbb64" providerId="LiveId" clId="{E0C84F41-9E8F-481A-8B08-54A45EF90BE3}" dt="2019-10-01T15:39:50.050" v="329"/>
          <ac:spMkLst>
            <pc:docMk/>
            <pc:sldMk cId="3135957044" sldId="527"/>
            <ac:spMk id="2" creationId="{668614E7-EED8-42D1-AA65-CE1ACBEB9A54}"/>
          </ac:spMkLst>
        </pc:spChg>
        <pc:spChg chg="mod">
          <ac:chgData name="Marcin Bartosiak" userId="d01ed0f4ecfdbb64" providerId="LiveId" clId="{E0C84F41-9E8F-481A-8B08-54A45EF90BE3}" dt="2019-10-01T15:40:12.089" v="334" actId="6549"/>
          <ac:spMkLst>
            <pc:docMk/>
            <pc:sldMk cId="3135957044" sldId="527"/>
            <ac:spMk id="3" creationId="{038A99B9-8546-432D-ACBD-F2E2392FD896}"/>
          </ac:spMkLst>
        </pc:spChg>
        <pc:spChg chg="mod">
          <ac:chgData name="Marcin Bartosiak" userId="d01ed0f4ecfdbb64" providerId="LiveId" clId="{E0C84F41-9E8F-481A-8B08-54A45EF90BE3}" dt="2019-10-01T15:40:18.349" v="335" actId="20577"/>
          <ac:spMkLst>
            <pc:docMk/>
            <pc:sldMk cId="3135957044" sldId="527"/>
            <ac:spMk id="4" creationId="{BE003C00-E390-481E-806E-599C23C1E88A}"/>
          </ac:spMkLst>
        </pc:spChg>
      </pc:sldChg>
      <pc:sldChg chg="addSp delSp modSp add delAnim">
        <pc:chgData name="Marcin Bartosiak" userId="d01ed0f4ecfdbb64" providerId="LiveId" clId="{E0C84F41-9E8F-481A-8B08-54A45EF90BE3}" dt="2019-10-04T13:32:51.948" v="1730"/>
        <pc:sldMkLst>
          <pc:docMk/>
          <pc:sldMk cId="1295689135" sldId="528"/>
        </pc:sldMkLst>
        <pc:spChg chg="mod">
          <ac:chgData name="Marcin Bartosiak" userId="d01ed0f4ecfdbb64" providerId="LiveId" clId="{E0C84F41-9E8F-481A-8B08-54A45EF90BE3}" dt="2019-10-04T13:31:25.636" v="1728" actId="20577"/>
          <ac:spMkLst>
            <pc:docMk/>
            <pc:sldMk cId="1295689135" sldId="528"/>
            <ac:spMk id="2" creationId="{668614E7-EED8-42D1-AA65-CE1ACBEB9A54}"/>
          </ac:spMkLst>
        </pc:spChg>
        <pc:spChg chg="mod">
          <ac:chgData name="Marcin Bartosiak" userId="d01ed0f4ecfdbb64" providerId="LiveId" clId="{E0C84F41-9E8F-481A-8B08-54A45EF90BE3}" dt="2019-10-01T15:45:19.431" v="362" actId="14100"/>
          <ac:spMkLst>
            <pc:docMk/>
            <pc:sldMk cId="1295689135" sldId="528"/>
            <ac:spMk id="3" creationId="{F02535A5-8D12-4524-9C12-4B439AF6DC2E}"/>
          </ac:spMkLst>
        </pc:spChg>
        <pc:spChg chg="del">
          <ac:chgData name="Marcin Bartosiak" userId="d01ed0f4ecfdbb64" providerId="LiveId" clId="{E0C84F41-9E8F-481A-8B08-54A45EF90BE3}" dt="2019-10-01T15:43:05.835" v="357" actId="478"/>
          <ac:spMkLst>
            <pc:docMk/>
            <pc:sldMk cId="1295689135" sldId="528"/>
            <ac:spMk id="6" creationId="{E602088E-AA68-48C2-90E0-ACE78A492913}"/>
          </ac:spMkLst>
        </pc:spChg>
        <pc:grpChg chg="add del">
          <ac:chgData name="Marcin Bartosiak" userId="d01ed0f4ecfdbb64" providerId="LiveId" clId="{E0C84F41-9E8F-481A-8B08-54A45EF90BE3}" dt="2019-10-04T13:32:51.948" v="1730"/>
          <ac:grpSpMkLst>
            <pc:docMk/>
            <pc:sldMk cId="1295689135" sldId="528"/>
            <ac:grpSpMk id="5" creationId="{CC10FEF3-AA20-4278-877A-50911B18DD47}"/>
          </ac:grpSpMkLst>
        </pc:grpChg>
        <pc:picChg chg="del">
          <ac:chgData name="Marcin Bartosiak" userId="d01ed0f4ecfdbb64" providerId="LiveId" clId="{E0C84F41-9E8F-481A-8B08-54A45EF90BE3}" dt="2019-10-01T15:43:07.249" v="358" actId="478"/>
          <ac:picMkLst>
            <pc:docMk/>
            <pc:sldMk cId="1295689135" sldId="528"/>
            <ac:picMk id="5" creationId="{77AADA3A-6D2E-4EB2-AC48-98AC7C4C8CF2}"/>
          </ac:picMkLst>
        </pc:picChg>
        <pc:picChg chg="add del mod">
          <ac:chgData name="Marcin Bartosiak" userId="d01ed0f4ecfdbb64" providerId="LiveId" clId="{E0C84F41-9E8F-481A-8B08-54A45EF90BE3}" dt="2019-10-01T15:47:20.600" v="364" actId="478"/>
          <ac:picMkLst>
            <pc:docMk/>
            <pc:sldMk cId="1295689135" sldId="528"/>
            <ac:picMk id="7" creationId="{67535CE5-21A5-43D4-A585-03237A134B9C}"/>
          </ac:picMkLst>
        </pc:picChg>
        <pc:picChg chg="add mod">
          <ac:chgData name="Marcin Bartosiak" userId="d01ed0f4ecfdbb64" providerId="LiveId" clId="{E0C84F41-9E8F-481A-8B08-54A45EF90BE3}" dt="2019-10-01T15:47:32.976" v="368" actId="14100"/>
          <ac:picMkLst>
            <pc:docMk/>
            <pc:sldMk cId="1295689135" sldId="528"/>
            <ac:picMk id="8" creationId="{73DCE37E-9A33-4349-995F-56F6CC14900A}"/>
          </ac:picMkLst>
        </pc:picChg>
      </pc:sldChg>
      <pc:sldChg chg="addSp delSp modSp add ord modNotesTx">
        <pc:chgData name="Marcin Bartosiak" userId="d01ed0f4ecfdbb64" providerId="LiveId" clId="{E0C84F41-9E8F-481A-8B08-54A45EF90BE3}" dt="2019-10-04T13:56:06.128" v="2070" actId="20577"/>
        <pc:sldMkLst>
          <pc:docMk/>
          <pc:sldMk cId="1155541691" sldId="529"/>
        </pc:sldMkLst>
        <pc:spChg chg="mod">
          <ac:chgData name="Marcin Bartosiak" userId="d01ed0f4ecfdbb64" providerId="LiveId" clId="{E0C84F41-9E8F-481A-8B08-54A45EF90BE3}" dt="2019-10-01T15:50:21.968" v="409"/>
          <ac:spMkLst>
            <pc:docMk/>
            <pc:sldMk cId="1155541691" sldId="529"/>
            <ac:spMk id="2" creationId="{668614E7-EED8-42D1-AA65-CE1ACBEB9A54}"/>
          </ac:spMkLst>
        </pc:spChg>
        <pc:spChg chg="del">
          <ac:chgData name="Marcin Bartosiak" userId="d01ed0f4ecfdbb64" providerId="LiveId" clId="{E0C84F41-9E8F-481A-8B08-54A45EF90BE3}" dt="2019-10-01T15:50:47.111" v="412" actId="478"/>
          <ac:spMkLst>
            <pc:docMk/>
            <pc:sldMk cId="1155541691" sldId="529"/>
            <ac:spMk id="3" creationId="{F02535A5-8D12-4524-9C12-4B439AF6DC2E}"/>
          </ac:spMkLst>
        </pc:spChg>
        <pc:spChg chg="add mod">
          <ac:chgData name="Marcin Bartosiak" userId="d01ed0f4ecfdbb64" providerId="LiveId" clId="{E0C84F41-9E8F-481A-8B08-54A45EF90BE3}" dt="2019-10-01T15:52:16.256" v="425" actId="20577"/>
          <ac:spMkLst>
            <pc:docMk/>
            <pc:sldMk cId="1155541691" sldId="529"/>
            <ac:spMk id="5" creationId="{1FA5E36E-515C-4E57-8AD2-18E8E02602E2}"/>
          </ac:spMkLst>
        </pc:spChg>
        <pc:picChg chg="del mod">
          <ac:chgData name="Marcin Bartosiak" userId="d01ed0f4ecfdbb64" providerId="LiveId" clId="{E0C84F41-9E8F-481A-8B08-54A45EF90BE3}" dt="2019-10-01T15:50:28.617" v="411" actId="478"/>
          <ac:picMkLst>
            <pc:docMk/>
            <pc:sldMk cId="1155541691" sldId="529"/>
            <ac:picMk id="8" creationId="{73DCE37E-9A33-4349-995F-56F6CC14900A}"/>
          </ac:picMkLst>
        </pc:picChg>
      </pc:sldChg>
      <pc:sldChg chg="addSp delSp modSp add">
        <pc:chgData name="Marcin Bartosiak" userId="d01ed0f4ecfdbb64" providerId="LiveId" clId="{E0C84F41-9E8F-481A-8B08-54A45EF90BE3}" dt="2019-10-01T15:54:29.309" v="455" actId="732"/>
        <pc:sldMkLst>
          <pc:docMk/>
          <pc:sldMk cId="3737780065" sldId="530"/>
        </pc:sldMkLst>
        <pc:spChg chg="mod">
          <ac:chgData name="Marcin Bartosiak" userId="d01ed0f4ecfdbb64" providerId="LiveId" clId="{E0C84F41-9E8F-481A-8B08-54A45EF90BE3}" dt="2019-10-01T15:53:01.630" v="427"/>
          <ac:spMkLst>
            <pc:docMk/>
            <pc:sldMk cId="3737780065" sldId="530"/>
            <ac:spMk id="2" creationId="{668614E7-EED8-42D1-AA65-CE1ACBEB9A54}"/>
          </ac:spMkLst>
        </pc:spChg>
        <pc:spChg chg="add del mod">
          <ac:chgData name="Marcin Bartosiak" userId="d01ed0f4ecfdbb64" providerId="LiveId" clId="{E0C84F41-9E8F-481A-8B08-54A45EF90BE3}" dt="2019-10-01T15:53:08.919" v="429" actId="478"/>
          <ac:spMkLst>
            <pc:docMk/>
            <pc:sldMk cId="3737780065" sldId="530"/>
            <ac:spMk id="4" creationId="{60F4F714-EC63-4582-9D5D-7DAD8F11A371}"/>
          </ac:spMkLst>
        </pc:spChg>
        <pc:spChg chg="del">
          <ac:chgData name="Marcin Bartosiak" userId="d01ed0f4ecfdbb64" providerId="LiveId" clId="{E0C84F41-9E8F-481A-8B08-54A45EF90BE3}" dt="2019-10-01T15:53:05.479" v="428" actId="478"/>
          <ac:spMkLst>
            <pc:docMk/>
            <pc:sldMk cId="3737780065" sldId="530"/>
            <ac:spMk id="5" creationId="{1FA5E36E-515C-4E57-8AD2-18E8E02602E2}"/>
          </ac:spMkLst>
        </pc:spChg>
        <pc:picChg chg="add mod modCrop">
          <ac:chgData name="Marcin Bartosiak" userId="d01ed0f4ecfdbb64" providerId="LiveId" clId="{E0C84F41-9E8F-481A-8B08-54A45EF90BE3}" dt="2019-10-01T15:54:29.309" v="455" actId="732"/>
          <ac:picMkLst>
            <pc:docMk/>
            <pc:sldMk cId="3737780065" sldId="530"/>
            <ac:picMk id="6" creationId="{E38DA099-989A-4D81-87F9-7CFCAFE94213}"/>
          </ac:picMkLst>
        </pc:picChg>
      </pc:sldChg>
      <pc:sldChg chg="addSp delSp modSp add modNotesTx">
        <pc:chgData name="Marcin Bartosiak" userId="d01ed0f4ecfdbb64" providerId="LiveId" clId="{E0C84F41-9E8F-481A-8B08-54A45EF90BE3}" dt="2019-10-04T13:54:21.321" v="2023" actId="20577"/>
        <pc:sldMkLst>
          <pc:docMk/>
          <pc:sldMk cId="4246827055" sldId="531"/>
        </pc:sldMkLst>
        <pc:spChg chg="mod">
          <ac:chgData name="Marcin Bartosiak" userId="d01ed0f4ecfdbb64" providerId="LiveId" clId="{E0C84F41-9E8F-481A-8B08-54A45EF90BE3}" dt="2019-10-01T15:54:00.493" v="452" actId="20577"/>
          <ac:spMkLst>
            <pc:docMk/>
            <pc:sldMk cId="4246827055" sldId="531"/>
            <ac:spMk id="2" creationId="{668614E7-EED8-42D1-AA65-CE1ACBEB9A54}"/>
          </ac:spMkLst>
        </pc:spChg>
        <pc:picChg chg="add mod">
          <ac:chgData name="Marcin Bartosiak" userId="d01ed0f4ecfdbb64" providerId="LiveId" clId="{E0C84F41-9E8F-481A-8B08-54A45EF90BE3}" dt="2019-10-01T15:53:53.826" v="438" actId="1076"/>
          <ac:picMkLst>
            <pc:docMk/>
            <pc:sldMk cId="4246827055" sldId="531"/>
            <ac:picMk id="4" creationId="{DF01B0E7-0983-4963-B502-2571DA80C1A1}"/>
          </ac:picMkLst>
        </pc:picChg>
        <pc:picChg chg="del">
          <ac:chgData name="Marcin Bartosiak" userId="d01ed0f4ecfdbb64" providerId="LiveId" clId="{E0C84F41-9E8F-481A-8B08-54A45EF90BE3}" dt="2019-10-01T15:53:50.553" v="437" actId="478"/>
          <ac:picMkLst>
            <pc:docMk/>
            <pc:sldMk cId="4246827055" sldId="531"/>
            <ac:picMk id="6" creationId="{E38DA099-989A-4D81-87F9-7CFCAFE94213}"/>
          </ac:picMkLst>
        </pc:picChg>
      </pc:sldChg>
      <pc:sldChg chg="addSp delSp modSp add">
        <pc:chgData name="Marcin Bartosiak" userId="d01ed0f4ecfdbb64" providerId="LiveId" clId="{E0C84F41-9E8F-481A-8B08-54A45EF90BE3}" dt="2019-10-04T13:56:52.405" v="2072" actId="113"/>
        <pc:sldMkLst>
          <pc:docMk/>
          <pc:sldMk cId="144688005" sldId="532"/>
        </pc:sldMkLst>
        <pc:spChg chg="mod">
          <ac:chgData name="Marcin Bartosiak" userId="d01ed0f4ecfdbb64" providerId="LiveId" clId="{E0C84F41-9E8F-481A-8B08-54A45EF90BE3}" dt="2019-10-01T15:54:56.042" v="476" actId="20577"/>
          <ac:spMkLst>
            <pc:docMk/>
            <pc:sldMk cId="144688005" sldId="532"/>
            <ac:spMk id="2" creationId="{668614E7-EED8-42D1-AA65-CE1ACBEB9A54}"/>
          </ac:spMkLst>
        </pc:spChg>
        <pc:spChg chg="add mod">
          <ac:chgData name="Marcin Bartosiak" userId="d01ed0f4ecfdbb64" providerId="LiveId" clId="{E0C84F41-9E8F-481A-8B08-54A45EF90BE3}" dt="2019-10-04T13:56:52.405" v="2072" actId="113"/>
          <ac:spMkLst>
            <pc:docMk/>
            <pc:sldMk cId="144688005" sldId="532"/>
            <ac:spMk id="5" creationId="{0F44D5FD-B125-4C6A-8260-6380545BA0DD}"/>
          </ac:spMkLst>
        </pc:spChg>
        <pc:picChg chg="del">
          <ac:chgData name="Marcin Bartosiak" userId="d01ed0f4ecfdbb64" providerId="LiveId" clId="{E0C84F41-9E8F-481A-8B08-54A45EF90BE3}" dt="2019-10-01T15:55:12.761" v="477" actId="478"/>
          <ac:picMkLst>
            <pc:docMk/>
            <pc:sldMk cId="144688005" sldId="532"/>
            <ac:picMk id="4" creationId="{DF01B0E7-0983-4963-B502-2571DA80C1A1}"/>
          </ac:picMkLst>
        </pc:picChg>
        <pc:picChg chg="add mod">
          <ac:chgData name="Marcin Bartosiak" userId="d01ed0f4ecfdbb64" providerId="LiveId" clId="{E0C84F41-9E8F-481A-8B08-54A45EF90BE3}" dt="2019-10-01T15:56:54.513" v="501" actId="1076"/>
          <ac:picMkLst>
            <pc:docMk/>
            <pc:sldMk cId="144688005" sldId="532"/>
            <ac:picMk id="6" creationId="{CF946A17-A5A9-43A5-9E36-CECF9B5608BB}"/>
          </ac:picMkLst>
        </pc:picChg>
      </pc:sldChg>
      <pc:sldChg chg="addSp delSp modSp add">
        <pc:chgData name="Marcin Bartosiak" userId="d01ed0f4ecfdbb64" providerId="LiveId" clId="{E0C84F41-9E8F-481A-8B08-54A45EF90BE3}" dt="2019-10-01T15:57:58.296" v="511" actId="1076"/>
        <pc:sldMkLst>
          <pc:docMk/>
          <pc:sldMk cId="1991007601" sldId="533"/>
        </pc:sldMkLst>
        <pc:spChg chg="mod">
          <ac:chgData name="Marcin Bartosiak" userId="d01ed0f4ecfdbb64" providerId="LiveId" clId="{E0C84F41-9E8F-481A-8B08-54A45EF90BE3}" dt="2019-10-01T15:57:19.767" v="503"/>
          <ac:spMkLst>
            <pc:docMk/>
            <pc:sldMk cId="1991007601" sldId="533"/>
            <ac:spMk id="2" creationId="{668614E7-EED8-42D1-AA65-CE1ACBEB9A54}"/>
          </ac:spMkLst>
        </pc:spChg>
        <pc:spChg chg="mod">
          <ac:chgData name="Marcin Bartosiak" userId="d01ed0f4ecfdbb64" providerId="LiveId" clId="{E0C84F41-9E8F-481A-8B08-54A45EF90BE3}" dt="2019-10-01T15:57:40.769" v="509" actId="122"/>
          <ac:spMkLst>
            <pc:docMk/>
            <pc:sldMk cId="1991007601" sldId="533"/>
            <ac:spMk id="5" creationId="{0F44D5FD-B125-4C6A-8260-6380545BA0DD}"/>
          </ac:spMkLst>
        </pc:spChg>
        <pc:spChg chg="add mod">
          <ac:chgData name="Marcin Bartosiak" userId="d01ed0f4ecfdbb64" providerId="LiveId" clId="{E0C84F41-9E8F-481A-8B08-54A45EF90BE3}" dt="2019-10-01T15:57:58.296" v="511" actId="1076"/>
          <ac:spMkLst>
            <pc:docMk/>
            <pc:sldMk cId="1991007601" sldId="533"/>
            <ac:spMk id="7" creationId="{FADD7460-79BE-4AA8-AC5D-2D62D44731B8}"/>
          </ac:spMkLst>
        </pc:spChg>
        <pc:spChg chg="add mod">
          <ac:chgData name="Marcin Bartosiak" userId="d01ed0f4ecfdbb64" providerId="LiveId" clId="{E0C84F41-9E8F-481A-8B08-54A45EF90BE3}" dt="2019-10-01T15:57:58.296" v="511" actId="1076"/>
          <ac:spMkLst>
            <pc:docMk/>
            <pc:sldMk cId="1991007601" sldId="533"/>
            <ac:spMk id="8" creationId="{E19D22A2-5101-4E11-BD0A-4A31C898FB05}"/>
          </ac:spMkLst>
        </pc:spChg>
        <pc:spChg chg="add mod">
          <ac:chgData name="Marcin Bartosiak" userId="d01ed0f4ecfdbb64" providerId="LiveId" clId="{E0C84F41-9E8F-481A-8B08-54A45EF90BE3}" dt="2019-10-01T15:57:58.296" v="511" actId="1076"/>
          <ac:spMkLst>
            <pc:docMk/>
            <pc:sldMk cId="1991007601" sldId="533"/>
            <ac:spMk id="9" creationId="{57DF2DCC-4CB5-4F7D-84B9-257623772B3C}"/>
          </ac:spMkLst>
        </pc:spChg>
        <pc:picChg chg="del mod">
          <ac:chgData name="Marcin Bartosiak" userId="d01ed0f4ecfdbb64" providerId="LiveId" clId="{E0C84F41-9E8F-481A-8B08-54A45EF90BE3}" dt="2019-10-01T15:57:25.222" v="505" actId="478"/>
          <ac:picMkLst>
            <pc:docMk/>
            <pc:sldMk cId="1991007601" sldId="533"/>
            <ac:picMk id="6" creationId="{CF946A17-A5A9-43A5-9E36-CECF9B5608BB}"/>
          </ac:picMkLst>
        </pc:picChg>
      </pc:sldChg>
      <pc:sldChg chg="addSp delSp modSp add">
        <pc:chgData name="Marcin Bartosiak" userId="d01ed0f4ecfdbb64" providerId="LiveId" clId="{E0C84F41-9E8F-481A-8B08-54A45EF90BE3}" dt="2019-10-04T10:55:30.246" v="647"/>
        <pc:sldMkLst>
          <pc:docMk/>
          <pc:sldMk cId="375799503" sldId="534"/>
        </pc:sldMkLst>
        <pc:spChg chg="del mod">
          <ac:chgData name="Marcin Bartosiak" userId="d01ed0f4ecfdbb64" providerId="LiveId" clId="{E0C84F41-9E8F-481A-8B08-54A45EF90BE3}" dt="2019-10-01T15:58:48.982" v="515" actId="478"/>
          <ac:spMkLst>
            <pc:docMk/>
            <pc:sldMk cId="375799503" sldId="534"/>
            <ac:spMk id="5" creationId="{0F44D5FD-B125-4C6A-8260-6380545BA0DD}"/>
          </ac:spMkLst>
        </pc:spChg>
        <pc:spChg chg="del">
          <ac:chgData name="Marcin Bartosiak" userId="d01ed0f4ecfdbb64" providerId="LiveId" clId="{E0C84F41-9E8F-481A-8B08-54A45EF90BE3}" dt="2019-10-01T15:58:52.471" v="516" actId="478"/>
          <ac:spMkLst>
            <pc:docMk/>
            <pc:sldMk cId="375799503" sldId="534"/>
            <ac:spMk id="7" creationId="{FADD7460-79BE-4AA8-AC5D-2D62D44731B8}"/>
          </ac:spMkLst>
        </pc:spChg>
        <pc:spChg chg="del">
          <ac:chgData name="Marcin Bartosiak" userId="d01ed0f4ecfdbb64" providerId="LiveId" clId="{E0C84F41-9E8F-481A-8B08-54A45EF90BE3}" dt="2019-10-01T15:58:52.471" v="516" actId="478"/>
          <ac:spMkLst>
            <pc:docMk/>
            <pc:sldMk cId="375799503" sldId="534"/>
            <ac:spMk id="8" creationId="{E19D22A2-5101-4E11-BD0A-4A31C898FB05}"/>
          </ac:spMkLst>
        </pc:spChg>
        <pc:spChg chg="del">
          <ac:chgData name="Marcin Bartosiak" userId="d01ed0f4ecfdbb64" providerId="LiveId" clId="{E0C84F41-9E8F-481A-8B08-54A45EF90BE3}" dt="2019-10-01T15:58:52.471" v="516" actId="478"/>
          <ac:spMkLst>
            <pc:docMk/>
            <pc:sldMk cId="375799503" sldId="534"/>
            <ac:spMk id="9" creationId="{57DF2DCC-4CB5-4F7D-84B9-257623772B3C}"/>
          </ac:spMkLst>
        </pc:spChg>
        <pc:graphicFrameChg chg="add mod modGraphic">
          <ac:chgData name="Marcin Bartosiak" userId="d01ed0f4ecfdbb64" providerId="LiveId" clId="{E0C84F41-9E8F-481A-8B08-54A45EF90BE3}" dt="2019-10-04T10:55:30.246" v="647"/>
          <ac:graphicFrameMkLst>
            <pc:docMk/>
            <pc:sldMk cId="375799503" sldId="534"/>
            <ac:graphicFrameMk id="10" creationId="{48DAD134-6774-4F71-80C7-9DBBEB08AE04}"/>
          </ac:graphicFrameMkLst>
        </pc:graphicFrameChg>
      </pc:sldChg>
      <pc:sldChg chg="addSp delSp modSp add ord">
        <pc:chgData name="Marcin Bartosiak" userId="d01ed0f4ecfdbb64" providerId="LiveId" clId="{E0C84F41-9E8F-481A-8B08-54A45EF90BE3}" dt="2019-10-04T13:34:11.697" v="1762" actId="14100"/>
        <pc:sldMkLst>
          <pc:docMk/>
          <pc:sldMk cId="772667321" sldId="535"/>
        </pc:sldMkLst>
        <pc:spChg chg="mod">
          <ac:chgData name="Marcin Bartosiak" userId="d01ed0f4ecfdbb64" providerId="LiveId" clId="{E0C84F41-9E8F-481A-8B08-54A45EF90BE3}" dt="2019-10-01T16:04:22.860" v="560"/>
          <ac:spMkLst>
            <pc:docMk/>
            <pc:sldMk cId="772667321" sldId="535"/>
            <ac:spMk id="2" creationId="{668614E7-EED8-42D1-AA65-CE1ACBEB9A54}"/>
          </ac:spMkLst>
        </pc:spChg>
        <pc:spChg chg="mod">
          <ac:chgData name="Marcin Bartosiak" userId="d01ed0f4ecfdbb64" providerId="LiveId" clId="{E0C84F41-9E8F-481A-8B08-54A45EF90BE3}" dt="2019-10-01T16:05:49.099" v="606" actId="113"/>
          <ac:spMkLst>
            <pc:docMk/>
            <pc:sldMk cId="772667321" sldId="535"/>
            <ac:spMk id="5" creationId="{0F44D5FD-B125-4C6A-8260-6380545BA0DD}"/>
          </ac:spMkLst>
        </pc:spChg>
        <pc:grpChg chg="add mod">
          <ac:chgData name="Marcin Bartosiak" userId="d01ed0f4ecfdbb64" providerId="LiveId" clId="{E0C84F41-9E8F-481A-8B08-54A45EF90BE3}" dt="2019-10-04T13:34:11.697" v="1762" actId="14100"/>
          <ac:grpSpMkLst>
            <pc:docMk/>
            <pc:sldMk cId="772667321" sldId="535"/>
            <ac:grpSpMk id="4" creationId="{B327ACDC-69DB-4D04-A2C9-F3956C6AF033}"/>
          </ac:grpSpMkLst>
        </pc:grpChg>
        <pc:picChg chg="del">
          <ac:chgData name="Marcin Bartosiak" userId="d01ed0f4ecfdbb64" providerId="LiveId" clId="{E0C84F41-9E8F-481A-8B08-54A45EF90BE3}" dt="2019-10-01T16:04:39.116" v="564" actId="478"/>
          <ac:picMkLst>
            <pc:docMk/>
            <pc:sldMk cId="772667321" sldId="535"/>
            <ac:picMk id="6" creationId="{CF946A17-A5A9-43A5-9E36-CECF9B5608BB}"/>
          </ac:picMkLst>
        </pc:picChg>
      </pc:sldChg>
      <pc:sldChg chg="addSp modSp add">
        <pc:chgData name="Marcin Bartosiak" userId="d01ed0f4ecfdbb64" providerId="LiveId" clId="{E0C84F41-9E8F-481A-8B08-54A45EF90BE3}" dt="2019-10-01T16:08:38.346" v="645" actId="1036"/>
        <pc:sldMkLst>
          <pc:docMk/>
          <pc:sldMk cId="971356595" sldId="536"/>
        </pc:sldMkLst>
        <pc:spChg chg="mod">
          <ac:chgData name="Marcin Bartosiak" userId="d01ed0f4ecfdbb64" providerId="LiveId" clId="{E0C84F41-9E8F-481A-8B08-54A45EF90BE3}" dt="2019-10-01T16:06:31.338" v="608"/>
          <ac:spMkLst>
            <pc:docMk/>
            <pc:sldMk cId="971356595" sldId="536"/>
            <ac:spMk id="2" creationId="{668614E7-EED8-42D1-AA65-CE1ACBEB9A54}"/>
          </ac:spMkLst>
        </pc:spChg>
        <pc:spChg chg="mod">
          <ac:chgData name="Marcin Bartosiak" userId="d01ed0f4ecfdbb64" providerId="LiveId" clId="{E0C84F41-9E8F-481A-8B08-54A45EF90BE3}" dt="2019-10-01T16:07:08.908" v="629" actId="404"/>
          <ac:spMkLst>
            <pc:docMk/>
            <pc:sldMk cId="971356595" sldId="536"/>
            <ac:spMk id="5" creationId="{0F44D5FD-B125-4C6A-8260-6380545BA0DD}"/>
          </ac:spMkLst>
        </pc:spChg>
        <pc:graphicFrameChg chg="add mod modGraphic">
          <ac:chgData name="Marcin Bartosiak" userId="d01ed0f4ecfdbb64" providerId="LiveId" clId="{E0C84F41-9E8F-481A-8B08-54A45EF90BE3}" dt="2019-10-01T16:08:38.346" v="645" actId="1036"/>
          <ac:graphicFrameMkLst>
            <pc:docMk/>
            <pc:sldMk cId="971356595" sldId="536"/>
            <ac:graphicFrameMk id="4" creationId="{BA522D5B-E944-4814-BB6B-54DE2BC6DC35}"/>
          </ac:graphicFrameMkLst>
        </pc:graphicFrameChg>
      </pc:sldChg>
      <pc:sldChg chg="addSp delSp modSp add del">
        <pc:chgData name="Marcin Bartosiak" userId="d01ed0f4ecfdbb64" providerId="LiveId" clId="{E0C84F41-9E8F-481A-8B08-54A45EF90BE3}" dt="2019-10-04T10:57:44.293" v="661" actId="2696"/>
        <pc:sldMkLst>
          <pc:docMk/>
          <pc:sldMk cId="2045106053" sldId="537"/>
        </pc:sldMkLst>
        <pc:spChg chg="mod">
          <ac:chgData name="Marcin Bartosiak" userId="d01ed0f4ecfdbb64" providerId="LiveId" clId="{E0C84F41-9E8F-481A-8B08-54A45EF90BE3}" dt="2019-10-04T10:56:24.048" v="649"/>
          <ac:spMkLst>
            <pc:docMk/>
            <pc:sldMk cId="2045106053" sldId="537"/>
            <ac:spMk id="2" creationId="{668614E7-EED8-42D1-AA65-CE1ACBEB9A54}"/>
          </ac:spMkLst>
        </pc:spChg>
        <pc:spChg chg="del">
          <ac:chgData name="Marcin Bartosiak" userId="d01ed0f4ecfdbb64" providerId="LiveId" clId="{E0C84F41-9E8F-481A-8B08-54A45EF90BE3}" dt="2019-10-04T10:56:30.324" v="651" actId="478"/>
          <ac:spMkLst>
            <pc:docMk/>
            <pc:sldMk cId="2045106053" sldId="537"/>
            <ac:spMk id="5" creationId="{0F44D5FD-B125-4C6A-8260-6380545BA0DD}"/>
          </ac:spMkLst>
        </pc:spChg>
        <pc:spChg chg="add mod">
          <ac:chgData name="Marcin Bartosiak" userId="d01ed0f4ecfdbb64" providerId="LiveId" clId="{E0C84F41-9E8F-481A-8B08-54A45EF90BE3}" dt="2019-10-04T10:56:30.324" v="651" actId="478"/>
          <ac:spMkLst>
            <pc:docMk/>
            <pc:sldMk cId="2045106053" sldId="537"/>
            <ac:spMk id="6" creationId="{6F639CE9-D1D3-42EC-99AE-4AB3EA4259B7}"/>
          </ac:spMkLst>
        </pc:spChg>
        <pc:graphicFrameChg chg="del">
          <ac:chgData name="Marcin Bartosiak" userId="d01ed0f4ecfdbb64" providerId="LiveId" clId="{E0C84F41-9E8F-481A-8B08-54A45EF90BE3}" dt="2019-10-04T10:56:26.185" v="650" actId="478"/>
          <ac:graphicFrameMkLst>
            <pc:docMk/>
            <pc:sldMk cId="2045106053" sldId="537"/>
            <ac:graphicFrameMk id="4" creationId="{BA522D5B-E944-4814-BB6B-54DE2BC6DC35}"/>
          </ac:graphicFrameMkLst>
        </pc:graphicFrameChg>
        <pc:picChg chg="add mod">
          <ac:chgData name="Marcin Bartosiak" userId="d01ed0f4ecfdbb64" providerId="LiveId" clId="{E0C84F41-9E8F-481A-8B08-54A45EF90BE3}" dt="2019-10-04T10:56:46.392" v="656" actId="1076"/>
          <ac:picMkLst>
            <pc:docMk/>
            <pc:sldMk cId="2045106053" sldId="537"/>
            <ac:picMk id="7" creationId="{A6CBC57E-7564-49CD-8995-87FDA3359E06}"/>
          </ac:picMkLst>
        </pc:picChg>
      </pc:sldChg>
      <pc:sldChg chg="addSp delSp modSp add ord">
        <pc:chgData name="Marcin Bartosiak" userId="d01ed0f4ecfdbb64" providerId="LiveId" clId="{E0C84F41-9E8F-481A-8B08-54A45EF90BE3}" dt="2019-10-07T08:43:53.309" v="2377" actId="1076"/>
        <pc:sldMkLst>
          <pc:docMk/>
          <pc:sldMk cId="585569720" sldId="538"/>
        </pc:sldMkLst>
        <pc:grpChg chg="add">
          <ac:chgData name="Marcin Bartosiak" userId="d01ed0f4ecfdbb64" providerId="LiveId" clId="{E0C84F41-9E8F-481A-8B08-54A45EF90BE3}" dt="2019-10-04T13:34:28.537" v="1763"/>
          <ac:grpSpMkLst>
            <pc:docMk/>
            <pc:sldMk cId="585569720" sldId="538"/>
            <ac:grpSpMk id="5" creationId="{6661FE6C-5CAB-4355-8006-2B9D454B9A01}"/>
          </ac:grpSpMkLst>
        </pc:grpChg>
        <pc:picChg chg="add mod">
          <ac:chgData name="Marcin Bartosiak" userId="d01ed0f4ecfdbb64" providerId="LiveId" clId="{E0C84F41-9E8F-481A-8B08-54A45EF90BE3}" dt="2019-10-07T08:43:53.309" v="2377" actId="1076"/>
          <ac:picMkLst>
            <pc:docMk/>
            <pc:sldMk cId="585569720" sldId="538"/>
            <ac:picMk id="3" creationId="{BF4DEFEC-7403-47E4-903D-92CB8E7A7E20}"/>
          </ac:picMkLst>
        </pc:picChg>
        <pc:picChg chg="del mod">
          <ac:chgData name="Marcin Bartosiak" userId="d01ed0f4ecfdbb64" providerId="LiveId" clId="{E0C84F41-9E8F-481A-8B08-54A45EF90BE3}" dt="2019-10-07T08:43:41.496" v="2374" actId="478"/>
          <ac:picMkLst>
            <pc:docMk/>
            <pc:sldMk cId="585569720" sldId="538"/>
            <ac:picMk id="7" creationId="{A6CBC57E-7564-49CD-8995-87FDA3359E06}"/>
          </ac:picMkLst>
        </pc:picChg>
      </pc:sldChg>
      <pc:sldChg chg="addSp delSp modSp add">
        <pc:chgData name="Marcin Bartosiak" userId="d01ed0f4ecfdbb64" providerId="LiveId" clId="{E0C84F41-9E8F-481A-8B08-54A45EF90BE3}" dt="2019-10-04T13:34:30.429" v="1764"/>
        <pc:sldMkLst>
          <pc:docMk/>
          <pc:sldMk cId="3668490403" sldId="539"/>
        </pc:sldMkLst>
        <pc:spChg chg="mod">
          <ac:chgData name="Marcin Bartosiak" userId="d01ed0f4ecfdbb64" providerId="LiveId" clId="{E0C84F41-9E8F-481A-8B08-54A45EF90BE3}" dt="2019-10-04T10:57:55.949" v="663"/>
          <ac:spMkLst>
            <pc:docMk/>
            <pc:sldMk cId="3668490403" sldId="539"/>
            <ac:spMk id="2" creationId="{668614E7-EED8-42D1-AA65-CE1ACBEB9A54}"/>
          </ac:spMkLst>
        </pc:spChg>
        <pc:spChg chg="add mod">
          <ac:chgData name="Marcin Bartosiak" userId="d01ed0f4ecfdbb64" providerId="LiveId" clId="{E0C84F41-9E8F-481A-8B08-54A45EF90BE3}" dt="2019-10-04T10:58:43.188" v="673" actId="14100"/>
          <ac:spMkLst>
            <pc:docMk/>
            <pc:sldMk cId="3668490403" sldId="539"/>
            <ac:spMk id="8" creationId="{3D43B446-B8C7-4EC0-95DF-19494AB546A7}"/>
          </ac:spMkLst>
        </pc:spChg>
        <pc:spChg chg="add mod">
          <ac:chgData name="Marcin Bartosiak" userId="d01ed0f4ecfdbb64" providerId="LiveId" clId="{E0C84F41-9E8F-481A-8B08-54A45EF90BE3}" dt="2019-10-04T10:58:53.760" v="675" actId="14100"/>
          <ac:spMkLst>
            <pc:docMk/>
            <pc:sldMk cId="3668490403" sldId="539"/>
            <ac:spMk id="9" creationId="{5D8DB209-31D0-4D5D-B885-A15953DC3E3B}"/>
          </ac:spMkLst>
        </pc:spChg>
        <pc:grpChg chg="add">
          <ac:chgData name="Marcin Bartosiak" userId="d01ed0f4ecfdbb64" providerId="LiveId" clId="{E0C84F41-9E8F-481A-8B08-54A45EF90BE3}" dt="2019-10-04T13:34:30.429" v="1764"/>
          <ac:grpSpMkLst>
            <pc:docMk/>
            <pc:sldMk cId="3668490403" sldId="539"/>
            <ac:grpSpMk id="10" creationId="{F01FB0B9-7070-4C28-9341-594CA935ADBF}"/>
          </ac:grpSpMkLst>
        </pc:grpChg>
        <pc:picChg chg="add mod">
          <ac:chgData name="Marcin Bartosiak" userId="d01ed0f4ecfdbb64" providerId="LiveId" clId="{E0C84F41-9E8F-481A-8B08-54A45EF90BE3}" dt="2019-10-04T10:58:08.910" v="666" actId="1076"/>
          <ac:picMkLst>
            <pc:docMk/>
            <pc:sldMk cId="3668490403" sldId="539"/>
            <ac:picMk id="5" creationId="{F8261342-E43D-41BE-AE38-6C3C10D20BA3}"/>
          </ac:picMkLst>
        </pc:picChg>
        <pc:picChg chg="del">
          <ac:chgData name="Marcin Bartosiak" userId="d01ed0f4ecfdbb64" providerId="LiveId" clId="{E0C84F41-9E8F-481A-8B08-54A45EF90BE3}" dt="2019-10-04T10:58:06.070" v="665" actId="478"/>
          <ac:picMkLst>
            <pc:docMk/>
            <pc:sldMk cId="3668490403" sldId="539"/>
            <ac:picMk id="7" creationId="{A6CBC57E-7564-49CD-8995-87FDA3359E06}"/>
          </ac:picMkLst>
        </pc:picChg>
      </pc:sldChg>
      <pc:sldChg chg="addSp delSp modSp add ord">
        <pc:chgData name="Marcin Bartosiak" userId="d01ed0f4ecfdbb64" providerId="LiveId" clId="{E0C84F41-9E8F-481A-8B08-54A45EF90BE3}" dt="2019-10-07T08:24:38.142" v="2220" actId="1036"/>
        <pc:sldMkLst>
          <pc:docMk/>
          <pc:sldMk cId="1953997773" sldId="540"/>
        </pc:sldMkLst>
        <pc:spChg chg="mod">
          <ac:chgData name="Marcin Bartosiak" userId="d01ed0f4ecfdbb64" providerId="LiveId" clId="{E0C84F41-9E8F-481A-8B08-54A45EF90BE3}" dt="2019-10-04T10:59:27.653" v="679"/>
          <ac:spMkLst>
            <pc:docMk/>
            <pc:sldMk cId="1953997773" sldId="540"/>
            <ac:spMk id="2" creationId="{668614E7-EED8-42D1-AA65-CE1ACBEB9A54}"/>
          </ac:spMkLst>
        </pc:spChg>
        <pc:spChg chg="del">
          <ac:chgData name="Marcin Bartosiak" userId="d01ed0f4ecfdbb64" providerId="LiveId" clId="{E0C84F41-9E8F-481A-8B08-54A45EF90BE3}" dt="2019-10-04T10:59:39.480" v="681" actId="478"/>
          <ac:spMkLst>
            <pc:docMk/>
            <pc:sldMk cId="1953997773" sldId="540"/>
            <ac:spMk id="6" creationId="{6F639CE9-D1D3-42EC-99AE-4AB3EA4259B7}"/>
          </ac:spMkLst>
        </pc:spChg>
        <pc:graphicFrameChg chg="add mod modGraphic">
          <ac:chgData name="Marcin Bartosiak" userId="d01ed0f4ecfdbb64" providerId="LiveId" clId="{E0C84F41-9E8F-481A-8B08-54A45EF90BE3}" dt="2019-10-07T08:24:38.142" v="2220" actId="1036"/>
          <ac:graphicFrameMkLst>
            <pc:docMk/>
            <pc:sldMk cId="1953997773" sldId="540"/>
            <ac:graphicFrameMk id="5" creationId="{85A32BB4-776F-43B5-BDE8-DC6E6E0F3BF9}"/>
          </ac:graphicFrameMkLst>
        </pc:graphicFrameChg>
        <pc:picChg chg="del">
          <ac:chgData name="Marcin Bartosiak" userId="d01ed0f4ecfdbb64" providerId="LiveId" clId="{E0C84F41-9E8F-481A-8B08-54A45EF90BE3}" dt="2019-10-04T10:59:28.926" v="680" actId="478"/>
          <ac:picMkLst>
            <pc:docMk/>
            <pc:sldMk cId="1953997773" sldId="540"/>
            <ac:picMk id="7" creationId="{A6CBC57E-7564-49CD-8995-87FDA3359E06}"/>
          </ac:picMkLst>
        </pc:picChg>
      </pc:sldChg>
      <pc:sldChg chg="addSp delSp modSp add">
        <pc:chgData name="Marcin Bartosiak" userId="d01ed0f4ecfdbb64" providerId="LiveId" clId="{E0C84F41-9E8F-481A-8B08-54A45EF90BE3}" dt="2019-10-04T13:34:34.953" v="1765"/>
        <pc:sldMkLst>
          <pc:docMk/>
          <pc:sldMk cId="2529888821" sldId="541"/>
        </pc:sldMkLst>
        <pc:spChg chg="mod">
          <ac:chgData name="Marcin Bartosiak" userId="d01ed0f4ecfdbb64" providerId="LiveId" clId="{E0C84F41-9E8F-481A-8B08-54A45EF90BE3}" dt="2019-10-04T11:03:38.623" v="725"/>
          <ac:spMkLst>
            <pc:docMk/>
            <pc:sldMk cId="2529888821" sldId="541"/>
            <ac:spMk id="2" creationId="{668614E7-EED8-42D1-AA65-CE1ACBEB9A54}"/>
          </ac:spMkLst>
        </pc:spChg>
        <pc:spChg chg="add mod">
          <ac:chgData name="Marcin Bartosiak" userId="d01ed0f4ecfdbb64" providerId="LiveId" clId="{E0C84F41-9E8F-481A-8B08-54A45EF90BE3}" dt="2019-10-04T11:03:00.854" v="724" actId="6549"/>
          <ac:spMkLst>
            <pc:docMk/>
            <pc:sldMk cId="2529888821" sldId="541"/>
            <ac:spMk id="6" creationId="{A2621CD3-B585-4343-BEE4-7F40136494BC}"/>
          </ac:spMkLst>
        </pc:spChg>
        <pc:grpChg chg="add">
          <ac:chgData name="Marcin Bartosiak" userId="d01ed0f4ecfdbb64" providerId="LiveId" clId="{E0C84F41-9E8F-481A-8B08-54A45EF90BE3}" dt="2019-10-04T13:34:34.953" v="1765"/>
          <ac:grpSpMkLst>
            <pc:docMk/>
            <pc:sldMk cId="2529888821" sldId="541"/>
            <ac:grpSpMk id="7" creationId="{E37F7484-75ED-4A6C-88E4-D3741B900F3B}"/>
          </ac:grpSpMkLst>
        </pc:grpChg>
        <pc:graphicFrameChg chg="add del">
          <ac:chgData name="Marcin Bartosiak" userId="d01ed0f4ecfdbb64" providerId="LiveId" clId="{E0C84F41-9E8F-481A-8B08-54A45EF90BE3}" dt="2019-10-04T11:01:01.306" v="690"/>
          <ac:graphicFrameMkLst>
            <pc:docMk/>
            <pc:sldMk cId="2529888821" sldId="541"/>
            <ac:graphicFrameMk id="4" creationId="{13B67757-7BE6-4456-8249-933BA0E4C5AA}"/>
          </ac:graphicFrameMkLst>
        </pc:graphicFrameChg>
        <pc:graphicFrameChg chg="del">
          <ac:chgData name="Marcin Bartosiak" userId="d01ed0f4ecfdbb64" providerId="LiveId" clId="{E0C84F41-9E8F-481A-8B08-54A45EF90BE3}" dt="2019-10-04T11:00:56.087" v="688" actId="478"/>
          <ac:graphicFrameMkLst>
            <pc:docMk/>
            <pc:sldMk cId="2529888821" sldId="541"/>
            <ac:graphicFrameMk id="5" creationId="{85A32BB4-776F-43B5-BDE8-DC6E6E0F3BF9}"/>
          </ac:graphicFrameMkLst>
        </pc:graphicFrameChg>
      </pc:sldChg>
      <pc:sldChg chg="addSp modSp add">
        <pc:chgData name="Marcin Bartosiak" userId="d01ed0f4ecfdbb64" providerId="LiveId" clId="{E0C84F41-9E8F-481A-8B08-54A45EF90BE3}" dt="2019-10-07T08:37:33.348" v="2373" actId="313"/>
        <pc:sldMkLst>
          <pc:docMk/>
          <pc:sldMk cId="1876246083" sldId="542"/>
        </pc:sldMkLst>
        <pc:spChg chg="mod">
          <ac:chgData name="Marcin Bartosiak" userId="d01ed0f4ecfdbb64" providerId="LiveId" clId="{E0C84F41-9E8F-481A-8B08-54A45EF90BE3}" dt="2019-10-04T11:03:54.948" v="728"/>
          <ac:spMkLst>
            <pc:docMk/>
            <pc:sldMk cId="1876246083" sldId="542"/>
            <ac:spMk id="2" creationId="{668614E7-EED8-42D1-AA65-CE1ACBEB9A54}"/>
          </ac:spMkLst>
        </pc:spChg>
        <pc:spChg chg="mod">
          <ac:chgData name="Marcin Bartosiak" userId="d01ed0f4ecfdbb64" providerId="LiveId" clId="{E0C84F41-9E8F-481A-8B08-54A45EF90BE3}" dt="2019-10-07T08:37:33.348" v="2373" actId="313"/>
          <ac:spMkLst>
            <pc:docMk/>
            <pc:sldMk cId="1876246083" sldId="542"/>
            <ac:spMk id="6" creationId="{A2621CD3-B585-4343-BEE4-7F40136494BC}"/>
          </ac:spMkLst>
        </pc:spChg>
        <pc:grpChg chg="add">
          <ac:chgData name="Marcin Bartosiak" userId="d01ed0f4ecfdbb64" providerId="LiveId" clId="{E0C84F41-9E8F-481A-8B08-54A45EF90BE3}" dt="2019-10-04T13:34:37.450" v="1766"/>
          <ac:grpSpMkLst>
            <pc:docMk/>
            <pc:sldMk cId="1876246083" sldId="542"/>
            <ac:grpSpMk id="4" creationId="{FCD832F3-F143-4BC5-948F-D83AD2DA9608}"/>
          </ac:grpSpMkLst>
        </pc:grpChg>
      </pc:sldChg>
      <pc:sldChg chg="addSp delSp modSp add">
        <pc:chgData name="Marcin Bartosiak" userId="d01ed0f4ecfdbb64" providerId="LiveId" clId="{E0C84F41-9E8F-481A-8B08-54A45EF90BE3}" dt="2019-10-04T13:34:43.507" v="1767"/>
        <pc:sldMkLst>
          <pc:docMk/>
          <pc:sldMk cId="3897541050" sldId="543"/>
        </pc:sldMkLst>
        <pc:spChg chg="mod">
          <ac:chgData name="Marcin Bartosiak" userId="d01ed0f4ecfdbb64" providerId="LiveId" clId="{E0C84F41-9E8F-481A-8B08-54A45EF90BE3}" dt="2019-10-04T11:06:12.336" v="784"/>
          <ac:spMkLst>
            <pc:docMk/>
            <pc:sldMk cId="3897541050" sldId="543"/>
            <ac:spMk id="2" creationId="{668614E7-EED8-42D1-AA65-CE1ACBEB9A54}"/>
          </ac:spMkLst>
        </pc:spChg>
        <pc:spChg chg="add mod">
          <ac:chgData name="Marcin Bartosiak" userId="d01ed0f4ecfdbb64" providerId="LiveId" clId="{E0C84F41-9E8F-481A-8B08-54A45EF90BE3}" dt="2019-10-04T11:06:01.163" v="782" actId="14100"/>
          <ac:spMkLst>
            <pc:docMk/>
            <pc:sldMk cId="3897541050" sldId="543"/>
            <ac:spMk id="5" creationId="{798FB52E-8A60-4BED-A307-9A1E223E5F89}"/>
          </ac:spMkLst>
        </pc:spChg>
        <pc:spChg chg="del">
          <ac:chgData name="Marcin Bartosiak" userId="d01ed0f4ecfdbb64" providerId="LiveId" clId="{E0C84F41-9E8F-481A-8B08-54A45EF90BE3}" dt="2019-10-04T11:05:19.125" v="740" actId="478"/>
          <ac:spMkLst>
            <pc:docMk/>
            <pc:sldMk cId="3897541050" sldId="543"/>
            <ac:spMk id="6" creationId="{A2621CD3-B585-4343-BEE4-7F40136494BC}"/>
          </ac:spMkLst>
        </pc:spChg>
        <pc:grpChg chg="add">
          <ac:chgData name="Marcin Bartosiak" userId="d01ed0f4ecfdbb64" providerId="LiveId" clId="{E0C84F41-9E8F-481A-8B08-54A45EF90BE3}" dt="2019-10-04T13:34:43.507" v="1767"/>
          <ac:grpSpMkLst>
            <pc:docMk/>
            <pc:sldMk cId="3897541050" sldId="543"/>
            <ac:grpSpMk id="7" creationId="{A9CE90F9-8400-4E1D-873C-8835B4D765FD}"/>
          </ac:grpSpMkLst>
        </pc:grpChg>
        <pc:picChg chg="add mod">
          <ac:chgData name="Marcin Bartosiak" userId="d01ed0f4ecfdbb64" providerId="LiveId" clId="{E0C84F41-9E8F-481A-8B08-54A45EF90BE3}" dt="2019-10-04T11:06:17.548" v="785" actId="14100"/>
          <ac:picMkLst>
            <pc:docMk/>
            <pc:sldMk cId="3897541050" sldId="543"/>
            <ac:picMk id="4" creationId="{395897A1-A631-4404-B0F3-196C536D9E83}"/>
          </ac:picMkLst>
        </pc:picChg>
      </pc:sldChg>
      <pc:sldChg chg="add del ord">
        <pc:chgData name="Marcin Bartosiak" userId="d01ed0f4ecfdbb64" providerId="LiveId" clId="{E0C84F41-9E8F-481A-8B08-54A45EF90BE3}" dt="2019-10-04T11:06:47.741" v="788" actId="2696"/>
        <pc:sldMkLst>
          <pc:docMk/>
          <pc:sldMk cId="2901566197" sldId="544"/>
        </pc:sldMkLst>
      </pc:sldChg>
      <pc:sldChg chg="addSp delSp modSp add ord">
        <pc:chgData name="Marcin Bartosiak" userId="d01ed0f4ecfdbb64" providerId="LiveId" clId="{E0C84F41-9E8F-481A-8B08-54A45EF90BE3}" dt="2019-10-04T13:34:45.561" v="1768"/>
        <pc:sldMkLst>
          <pc:docMk/>
          <pc:sldMk cId="3003193685" sldId="544"/>
        </pc:sldMkLst>
        <pc:spChg chg="mod">
          <ac:chgData name="Marcin Bartosiak" userId="d01ed0f4ecfdbb64" providerId="LiveId" clId="{E0C84F41-9E8F-481A-8B08-54A45EF90BE3}" dt="2019-10-04T11:07:32.457" v="792"/>
          <ac:spMkLst>
            <pc:docMk/>
            <pc:sldMk cId="3003193685" sldId="544"/>
            <ac:spMk id="2" creationId="{668614E7-EED8-42D1-AA65-CE1ACBEB9A54}"/>
          </ac:spMkLst>
        </pc:spChg>
        <pc:spChg chg="mod">
          <ac:chgData name="Marcin Bartosiak" userId="d01ed0f4ecfdbb64" providerId="LiveId" clId="{E0C84F41-9E8F-481A-8B08-54A45EF90BE3}" dt="2019-10-04T11:08:02.074" v="795" actId="113"/>
          <ac:spMkLst>
            <pc:docMk/>
            <pc:sldMk cId="3003193685" sldId="544"/>
            <ac:spMk id="3" creationId="{038A99B9-8546-432D-ACBD-F2E2392FD896}"/>
          </ac:spMkLst>
        </pc:spChg>
        <pc:spChg chg="del">
          <ac:chgData name="Marcin Bartosiak" userId="d01ed0f4ecfdbb64" providerId="LiveId" clId="{E0C84F41-9E8F-481A-8B08-54A45EF90BE3}" dt="2019-10-04T11:07:22.744" v="791" actId="478"/>
          <ac:spMkLst>
            <pc:docMk/>
            <pc:sldMk cId="3003193685" sldId="544"/>
            <ac:spMk id="4" creationId="{BE003C00-E390-481E-806E-599C23C1E88A}"/>
          </ac:spMkLst>
        </pc:spChg>
        <pc:grpChg chg="add">
          <ac:chgData name="Marcin Bartosiak" userId="d01ed0f4ecfdbb64" providerId="LiveId" clId="{E0C84F41-9E8F-481A-8B08-54A45EF90BE3}" dt="2019-10-04T13:34:45.561" v="1768"/>
          <ac:grpSpMkLst>
            <pc:docMk/>
            <pc:sldMk cId="3003193685" sldId="544"/>
            <ac:grpSpMk id="5" creationId="{D1171161-8AFF-495C-A132-76FDA9EE5E02}"/>
          </ac:grpSpMkLst>
        </pc:grpChg>
      </pc:sldChg>
      <pc:sldChg chg="addSp modSp add ord">
        <pc:chgData name="Marcin Bartosiak" userId="d01ed0f4ecfdbb64" providerId="LiveId" clId="{E0C84F41-9E8F-481A-8B08-54A45EF90BE3}" dt="2019-10-04T13:34:47.682" v="1769"/>
        <pc:sldMkLst>
          <pc:docMk/>
          <pc:sldMk cId="1090733355" sldId="545"/>
        </pc:sldMkLst>
        <pc:spChg chg="mod">
          <ac:chgData name="Marcin Bartosiak" userId="d01ed0f4ecfdbb64" providerId="LiveId" clId="{E0C84F41-9E8F-481A-8B08-54A45EF90BE3}" dt="2019-10-04T11:08:33.247" v="797"/>
          <ac:spMkLst>
            <pc:docMk/>
            <pc:sldMk cId="1090733355" sldId="545"/>
            <ac:spMk id="2" creationId="{668614E7-EED8-42D1-AA65-CE1ACBEB9A54}"/>
          </ac:spMkLst>
        </pc:spChg>
        <pc:spChg chg="mod">
          <ac:chgData name="Marcin Bartosiak" userId="d01ed0f4ecfdbb64" providerId="LiveId" clId="{E0C84F41-9E8F-481A-8B08-54A45EF90BE3}" dt="2019-10-04T11:08:50.395" v="800" actId="113"/>
          <ac:spMkLst>
            <pc:docMk/>
            <pc:sldMk cId="1090733355" sldId="545"/>
            <ac:spMk id="3" creationId="{038A99B9-8546-432D-ACBD-F2E2392FD896}"/>
          </ac:spMkLst>
        </pc:spChg>
        <pc:grpChg chg="add">
          <ac:chgData name="Marcin Bartosiak" userId="d01ed0f4ecfdbb64" providerId="LiveId" clId="{E0C84F41-9E8F-481A-8B08-54A45EF90BE3}" dt="2019-10-04T13:34:47.682" v="1769"/>
          <ac:grpSpMkLst>
            <pc:docMk/>
            <pc:sldMk cId="1090733355" sldId="545"/>
            <ac:grpSpMk id="4" creationId="{20E327E2-A5A3-4C26-A036-8A61B1FF03DF}"/>
          </ac:grpSpMkLst>
        </pc:grpChg>
      </pc:sldChg>
      <pc:sldChg chg="addSp delSp modSp add">
        <pc:chgData name="Marcin Bartosiak" userId="d01ed0f4ecfdbb64" providerId="LiveId" clId="{E0C84F41-9E8F-481A-8B08-54A45EF90BE3}" dt="2019-10-04T13:34:50.674" v="1770"/>
        <pc:sldMkLst>
          <pc:docMk/>
          <pc:sldMk cId="3814820425" sldId="546"/>
        </pc:sldMkLst>
        <pc:spChg chg="mod">
          <ac:chgData name="Marcin Bartosiak" userId="d01ed0f4ecfdbb64" providerId="LiveId" clId="{E0C84F41-9E8F-481A-8B08-54A45EF90BE3}" dt="2019-10-04T11:09:25.144" v="806" actId="20577"/>
          <ac:spMkLst>
            <pc:docMk/>
            <pc:sldMk cId="3814820425" sldId="546"/>
            <ac:spMk id="2" creationId="{668614E7-EED8-42D1-AA65-CE1ACBEB9A54}"/>
          </ac:spMkLst>
        </pc:spChg>
        <pc:spChg chg="del">
          <ac:chgData name="Marcin Bartosiak" userId="d01ed0f4ecfdbb64" providerId="LiveId" clId="{E0C84F41-9E8F-481A-8B08-54A45EF90BE3}" dt="2019-10-04T11:09:22.726" v="802" actId="478"/>
          <ac:spMkLst>
            <pc:docMk/>
            <pc:sldMk cId="3814820425" sldId="546"/>
            <ac:spMk id="3" creationId="{038A99B9-8546-432D-ACBD-F2E2392FD896}"/>
          </ac:spMkLst>
        </pc:spChg>
        <pc:spChg chg="add mod">
          <ac:chgData name="Marcin Bartosiak" userId="d01ed0f4ecfdbb64" providerId="LiveId" clId="{E0C84F41-9E8F-481A-8B08-54A45EF90BE3}" dt="2019-10-04T11:09:22.726" v="802" actId="478"/>
          <ac:spMkLst>
            <pc:docMk/>
            <pc:sldMk cId="3814820425" sldId="546"/>
            <ac:spMk id="5" creationId="{D92C6BAC-5035-42BD-9D47-30C00AD58E92}"/>
          </ac:spMkLst>
        </pc:spChg>
        <pc:spChg chg="add mod">
          <ac:chgData name="Marcin Bartosiak" userId="d01ed0f4ecfdbb64" providerId="LiveId" clId="{E0C84F41-9E8F-481A-8B08-54A45EF90BE3}" dt="2019-10-04T11:09:54.052" v="812" actId="1076"/>
          <ac:spMkLst>
            <pc:docMk/>
            <pc:sldMk cId="3814820425" sldId="546"/>
            <ac:spMk id="7" creationId="{36EBA13A-D114-4F63-AE24-8D09723EE2B8}"/>
          </ac:spMkLst>
        </pc:spChg>
        <pc:spChg chg="add mod">
          <ac:chgData name="Marcin Bartosiak" userId="d01ed0f4ecfdbb64" providerId="LiveId" clId="{E0C84F41-9E8F-481A-8B08-54A45EF90BE3}" dt="2019-10-04T11:10:33.853" v="826" actId="1076"/>
          <ac:spMkLst>
            <pc:docMk/>
            <pc:sldMk cId="3814820425" sldId="546"/>
            <ac:spMk id="8" creationId="{F87AF985-BB92-44E6-B441-6305A82767FD}"/>
          </ac:spMkLst>
        </pc:spChg>
        <pc:grpChg chg="add">
          <ac:chgData name="Marcin Bartosiak" userId="d01ed0f4ecfdbb64" providerId="LiveId" clId="{E0C84F41-9E8F-481A-8B08-54A45EF90BE3}" dt="2019-10-04T13:34:50.674" v="1770"/>
          <ac:grpSpMkLst>
            <pc:docMk/>
            <pc:sldMk cId="3814820425" sldId="546"/>
            <ac:grpSpMk id="9" creationId="{52FEF0FD-E84F-40D1-9A74-E50E0DB946D5}"/>
          </ac:grpSpMkLst>
        </pc:grpChg>
        <pc:picChg chg="add mod">
          <ac:chgData name="Marcin Bartosiak" userId="d01ed0f4ecfdbb64" providerId="LiveId" clId="{E0C84F41-9E8F-481A-8B08-54A45EF90BE3}" dt="2019-10-04T11:09:58.577" v="814" actId="1035"/>
          <ac:picMkLst>
            <pc:docMk/>
            <pc:sldMk cId="3814820425" sldId="546"/>
            <ac:picMk id="6" creationId="{1C4A8935-B8F3-4BC7-8E0A-5C67C5D6DCD4}"/>
          </ac:picMkLst>
        </pc:picChg>
      </pc:sldChg>
      <pc:sldChg chg="addSp modSp add ord">
        <pc:chgData name="Marcin Bartosiak" userId="d01ed0f4ecfdbb64" providerId="LiveId" clId="{E0C84F41-9E8F-481A-8B08-54A45EF90BE3}" dt="2019-10-04T13:34:52.617" v="1771"/>
        <pc:sldMkLst>
          <pc:docMk/>
          <pc:sldMk cId="1935117301" sldId="547"/>
        </pc:sldMkLst>
        <pc:spChg chg="mod">
          <ac:chgData name="Marcin Bartosiak" userId="d01ed0f4ecfdbb64" providerId="LiveId" clId="{E0C84F41-9E8F-481A-8B08-54A45EF90BE3}" dt="2019-10-04T11:11:06.390" v="851" actId="20577"/>
          <ac:spMkLst>
            <pc:docMk/>
            <pc:sldMk cId="1935117301" sldId="547"/>
            <ac:spMk id="2" creationId="{668614E7-EED8-42D1-AA65-CE1ACBEB9A54}"/>
          </ac:spMkLst>
        </pc:spChg>
        <pc:spChg chg="mod">
          <ac:chgData name="Marcin Bartosiak" userId="d01ed0f4ecfdbb64" providerId="LiveId" clId="{E0C84F41-9E8F-481A-8B08-54A45EF90BE3}" dt="2019-10-04T11:11:24.643" v="854" actId="113"/>
          <ac:spMkLst>
            <pc:docMk/>
            <pc:sldMk cId="1935117301" sldId="547"/>
            <ac:spMk id="3" creationId="{038A99B9-8546-432D-ACBD-F2E2392FD896}"/>
          </ac:spMkLst>
        </pc:spChg>
        <pc:grpChg chg="add">
          <ac:chgData name="Marcin Bartosiak" userId="d01ed0f4ecfdbb64" providerId="LiveId" clId="{E0C84F41-9E8F-481A-8B08-54A45EF90BE3}" dt="2019-10-04T13:34:52.617" v="1771"/>
          <ac:grpSpMkLst>
            <pc:docMk/>
            <pc:sldMk cId="1935117301" sldId="547"/>
            <ac:grpSpMk id="4" creationId="{1BD3CFD1-D5F9-4043-A38E-B292F8E184CE}"/>
          </ac:grpSpMkLst>
        </pc:grpChg>
      </pc:sldChg>
      <pc:sldChg chg="delSp add del">
        <pc:chgData name="Marcin Bartosiak" userId="d01ed0f4ecfdbb64" providerId="LiveId" clId="{E0C84F41-9E8F-481A-8B08-54A45EF90BE3}" dt="2019-10-04T11:10:49.751" v="829" actId="2696"/>
        <pc:sldMkLst>
          <pc:docMk/>
          <pc:sldMk cId="3788518265" sldId="547"/>
        </pc:sldMkLst>
        <pc:picChg chg="del">
          <ac:chgData name="Marcin Bartosiak" userId="d01ed0f4ecfdbb64" providerId="LiveId" clId="{E0C84F41-9E8F-481A-8B08-54A45EF90BE3}" dt="2019-10-04T11:10:46.640" v="828" actId="478"/>
          <ac:picMkLst>
            <pc:docMk/>
            <pc:sldMk cId="3788518265" sldId="547"/>
            <ac:picMk id="6" creationId="{1C4A8935-B8F3-4BC7-8E0A-5C67C5D6DCD4}"/>
          </ac:picMkLst>
        </pc:picChg>
      </pc:sldChg>
      <pc:sldChg chg="addSp modSp add">
        <pc:chgData name="Marcin Bartosiak" userId="d01ed0f4ecfdbb64" providerId="LiveId" clId="{E0C84F41-9E8F-481A-8B08-54A45EF90BE3}" dt="2019-10-04T13:36:13.469" v="1785" actId="164"/>
        <pc:sldMkLst>
          <pc:docMk/>
          <pc:sldMk cId="529155434" sldId="548"/>
        </pc:sldMkLst>
        <pc:spChg chg="mod">
          <ac:chgData name="Marcin Bartosiak" userId="d01ed0f4ecfdbb64" providerId="LiveId" clId="{E0C84F41-9E8F-481A-8B08-54A45EF90BE3}" dt="2019-10-04T11:12:20.779" v="856"/>
          <ac:spMkLst>
            <pc:docMk/>
            <pc:sldMk cId="529155434" sldId="548"/>
            <ac:spMk id="2" creationId="{668614E7-EED8-42D1-AA65-CE1ACBEB9A54}"/>
          </ac:spMkLst>
        </pc:spChg>
        <pc:spChg chg="mod">
          <ac:chgData name="Marcin Bartosiak" userId="d01ed0f4ecfdbb64" providerId="LiveId" clId="{E0C84F41-9E8F-481A-8B08-54A45EF90BE3}" dt="2019-10-04T13:33:20.139" v="1758" actId="20577"/>
          <ac:spMkLst>
            <pc:docMk/>
            <pc:sldMk cId="529155434" sldId="548"/>
            <ac:spMk id="3" creationId="{038A99B9-8546-432D-ACBD-F2E2392FD896}"/>
          </ac:spMkLst>
        </pc:spChg>
        <pc:grpChg chg="add mod">
          <ac:chgData name="Marcin Bartosiak" userId="d01ed0f4ecfdbb64" providerId="LiveId" clId="{E0C84F41-9E8F-481A-8B08-54A45EF90BE3}" dt="2019-10-04T13:36:13.469" v="1785" actId="164"/>
          <ac:grpSpMkLst>
            <pc:docMk/>
            <pc:sldMk cId="529155434" sldId="548"/>
            <ac:grpSpMk id="6" creationId="{D5A6E447-47A6-4C27-A3C5-78B7AF523723}"/>
          </ac:grpSpMkLst>
        </pc:grpChg>
        <pc:picChg chg="add mod">
          <ac:chgData name="Marcin Bartosiak" userId="d01ed0f4ecfdbb64" providerId="LiveId" clId="{E0C84F41-9E8F-481A-8B08-54A45EF90BE3}" dt="2019-10-04T13:36:13.469" v="1785" actId="164"/>
          <ac:picMkLst>
            <pc:docMk/>
            <pc:sldMk cId="529155434" sldId="548"/>
            <ac:picMk id="4" creationId="{AB05DD70-DA1C-425D-BF86-01B73038668D}"/>
          </ac:picMkLst>
        </pc:picChg>
        <pc:picChg chg="add mod">
          <ac:chgData name="Marcin Bartosiak" userId="d01ed0f4ecfdbb64" providerId="LiveId" clId="{E0C84F41-9E8F-481A-8B08-54A45EF90BE3}" dt="2019-10-04T13:36:13.469" v="1785" actId="164"/>
          <ac:picMkLst>
            <pc:docMk/>
            <pc:sldMk cId="529155434" sldId="548"/>
            <ac:picMk id="5" creationId="{0248278A-5B71-4A45-BA07-270FFF9ACD09}"/>
          </ac:picMkLst>
        </pc:picChg>
      </pc:sldChg>
      <pc:sldChg chg="addSp modSp add del ord modAnim">
        <pc:chgData name="Marcin Bartosiak" userId="d01ed0f4ecfdbb64" providerId="LiveId" clId="{E0C84F41-9E8F-481A-8B08-54A45EF90BE3}" dt="2019-10-04T13:47:56.334" v="1815" actId="1076"/>
        <pc:sldMkLst>
          <pc:docMk/>
          <pc:sldMk cId="3735393448" sldId="549"/>
        </pc:sldMkLst>
        <pc:spChg chg="mod">
          <ac:chgData name="Marcin Bartosiak" userId="d01ed0f4ecfdbb64" providerId="LiveId" clId="{E0C84F41-9E8F-481A-8B08-54A45EF90BE3}" dt="2019-10-04T11:15:29.028" v="943"/>
          <ac:spMkLst>
            <pc:docMk/>
            <pc:sldMk cId="3735393448" sldId="549"/>
            <ac:spMk id="2" creationId="{668614E7-EED8-42D1-AA65-CE1ACBEB9A54}"/>
          </ac:spMkLst>
        </pc:spChg>
        <pc:spChg chg="mod">
          <ac:chgData name="Marcin Bartosiak" userId="d01ed0f4ecfdbb64" providerId="LiveId" clId="{E0C84F41-9E8F-481A-8B08-54A45EF90BE3}" dt="2019-10-04T11:16:02.196" v="946"/>
          <ac:spMkLst>
            <pc:docMk/>
            <pc:sldMk cId="3735393448" sldId="549"/>
            <ac:spMk id="3" creationId="{038A99B9-8546-432D-ACBD-F2E2392FD896}"/>
          </ac:spMkLst>
        </pc:spChg>
        <pc:spChg chg="add mod">
          <ac:chgData name="Marcin Bartosiak" userId="d01ed0f4ecfdbb64" providerId="LiveId" clId="{E0C84F41-9E8F-481A-8B08-54A45EF90BE3}" dt="2019-10-04T13:16:41.234" v="1721" actId="13926"/>
          <ac:spMkLst>
            <pc:docMk/>
            <pc:sldMk cId="3735393448" sldId="549"/>
            <ac:spMk id="5" creationId="{8BACBC80-4962-48AD-870F-D15A9A375D9E}"/>
          </ac:spMkLst>
        </pc:spChg>
        <pc:grpChg chg="add mod">
          <ac:chgData name="Marcin Bartosiak" userId="d01ed0f4ecfdbb64" providerId="LiveId" clId="{E0C84F41-9E8F-481A-8B08-54A45EF90BE3}" dt="2019-10-04T13:47:56.334" v="1815" actId="1076"/>
          <ac:grpSpMkLst>
            <pc:docMk/>
            <pc:sldMk cId="3735393448" sldId="549"/>
            <ac:grpSpMk id="6" creationId="{EE4D726E-F047-40E2-91EA-F909BA715886}"/>
          </ac:grpSpMkLst>
        </pc:grpChg>
        <pc:picChg chg="add mod">
          <ac:chgData name="Marcin Bartosiak" userId="d01ed0f4ecfdbb64" providerId="LiveId" clId="{E0C84F41-9E8F-481A-8B08-54A45EF90BE3}" dt="2019-10-04T11:16:19.238" v="950" actId="1076"/>
          <ac:picMkLst>
            <pc:docMk/>
            <pc:sldMk cId="3735393448" sldId="549"/>
            <ac:picMk id="4" creationId="{656D88CF-454C-47F0-BF80-FD963543EF62}"/>
          </ac:picMkLst>
        </pc:picChg>
      </pc:sldChg>
      <pc:sldChg chg="addSp delSp modSp add del">
        <pc:chgData name="Marcin Bartosiak" userId="d01ed0f4ecfdbb64" providerId="LiveId" clId="{E0C84F41-9E8F-481A-8B08-54A45EF90BE3}" dt="2019-10-07T08:29:53.796" v="2260"/>
        <pc:sldMkLst>
          <pc:docMk/>
          <pc:sldMk cId="1872278912" sldId="550"/>
        </pc:sldMkLst>
        <pc:spChg chg="mod">
          <ac:chgData name="Marcin Bartosiak" userId="d01ed0f4ecfdbb64" providerId="LiveId" clId="{E0C84F41-9E8F-481A-8B08-54A45EF90BE3}" dt="2019-10-04T11:16:36.101" v="952"/>
          <ac:spMkLst>
            <pc:docMk/>
            <pc:sldMk cId="1872278912" sldId="550"/>
            <ac:spMk id="2" creationId="{668614E7-EED8-42D1-AA65-CE1ACBEB9A54}"/>
          </ac:spMkLst>
        </pc:spChg>
        <pc:spChg chg="mod">
          <ac:chgData name="Marcin Bartosiak" userId="d01ed0f4ecfdbb64" providerId="LiveId" clId="{E0C84F41-9E8F-481A-8B08-54A45EF90BE3}" dt="2019-10-04T11:16:44.377" v="953"/>
          <ac:spMkLst>
            <pc:docMk/>
            <pc:sldMk cId="1872278912" sldId="550"/>
            <ac:spMk id="3" creationId="{038A99B9-8546-432D-ACBD-F2E2392FD896}"/>
          </ac:spMkLst>
        </pc:spChg>
        <pc:graphicFrameChg chg="add del mod modGraphic">
          <ac:chgData name="Marcin Bartosiak" userId="d01ed0f4ecfdbb64" providerId="LiveId" clId="{E0C84F41-9E8F-481A-8B08-54A45EF90BE3}" dt="2019-10-07T08:26:04.456" v="2228" actId="478"/>
          <ac:graphicFrameMkLst>
            <pc:docMk/>
            <pc:sldMk cId="1872278912" sldId="550"/>
            <ac:graphicFrameMk id="5" creationId="{C465FCAD-2778-4EA5-BC76-77435CCE1269}"/>
          </ac:graphicFrameMkLst>
        </pc:graphicFrameChg>
        <pc:graphicFrameChg chg="add del">
          <ac:chgData name="Marcin Bartosiak" userId="d01ed0f4ecfdbb64" providerId="LiveId" clId="{E0C84F41-9E8F-481A-8B08-54A45EF90BE3}" dt="2019-10-07T08:25:03.396" v="2222"/>
          <ac:graphicFrameMkLst>
            <pc:docMk/>
            <pc:sldMk cId="1872278912" sldId="550"/>
            <ac:graphicFrameMk id="6" creationId="{616430F5-0DA2-4C69-920A-B365AD929E62}"/>
          </ac:graphicFrameMkLst>
        </pc:graphicFrameChg>
        <pc:graphicFrameChg chg="add mod modGraphic">
          <ac:chgData name="Marcin Bartosiak" userId="d01ed0f4ecfdbb64" providerId="LiveId" clId="{E0C84F41-9E8F-481A-8B08-54A45EF90BE3}" dt="2019-10-07T08:29:53.796" v="2260"/>
          <ac:graphicFrameMkLst>
            <pc:docMk/>
            <pc:sldMk cId="1872278912" sldId="550"/>
            <ac:graphicFrameMk id="7" creationId="{2CB86371-7B09-4214-A5EE-34F19888AE44}"/>
          </ac:graphicFrameMkLst>
        </pc:graphicFrameChg>
        <pc:picChg chg="del mod">
          <ac:chgData name="Marcin Bartosiak" userId="d01ed0f4ecfdbb64" providerId="LiveId" clId="{E0C84F41-9E8F-481A-8B08-54A45EF90BE3}" dt="2019-10-04T11:16:54.684" v="955" actId="478"/>
          <ac:picMkLst>
            <pc:docMk/>
            <pc:sldMk cId="1872278912" sldId="550"/>
            <ac:picMk id="4" creationId="{656D88CF-454C-47F0-BF80-FD963543EF62}"/>
          </ac:picMkLst>
        </pc:picChg>
      </pc:sldChg>
      <pc:sldChg chg="addSp delSp modSp add del mod setBg modAnim setClrOvrMap">
        <pc:chgData name="Marcin Bartosiak" userId="d01ed0f4ecfdbb64" providerId="LiveId" clId="{E0C84F41-9E8F-481A-8B08-54A45EF90BE3}" dt="2019-10-04T13:36:24.948" v="1787"/>
        <pc:sldMkLst>
          <pc:docMk/>
          <pc:sldMk cId="1707053194" sldId="551"/>
        </pc:sldMkLst>
        <pc:spChg chg="mod">
          <ac:chgData name="Marcin Bartosiak" userId="d01ed0f4ecfdbb64" providerId="LiveId" clId="{E0C84F41-9E8F-481A-8B08-54A45EF90BE3}" dt="2019-10-04T11:19:03.126" v="979" actId="26606"/>
          <ac:spMkLst>
            <pc:docMk/>
            <pc:sldMk cId="1707053194" sldId="551"/>
            <ac:spMk id="2" creationId="{668614E7-EED8-42D1-AA65-CE1ACBEB9A54}"/>
          </ac:spMkLst>
        </pc:spChg>
        <pc:spChg chg="del">
          <ac:chgData name="Marcin Bartosiak" userId="d01ed0f4ecfdbb64" providerId="LiveId" clId="{E0C84F41-9E8F-481A-8B08-54A45EF90BE3}" dt="2019-10-04T11:18:11.284" v="969" actId="478"/>
          <ac:spMkLst>
            <pc:docMk/>
            <pc:sldMk cId="1707053194" sldId="551"/>
            <ac:spMk id="3" creationId="{038A99B9-8546-432D-ACBD-F2E2392FD896}"/>
          </ac:spMkLst>
        </pc:spChg>
        <pc:spChg chg="add del mod">
          <ac:chgData name="Marcin Bartosiak" userId="d01ed0f4ecfdbb64" providerId="LiveId" clId="{E0C84F41-9E8F-481A-8B08-54A45EF90BE3}" dt="2019-10-04T11:18:13.045" v="970" actId="478"/>
          <ac:spMkLst>
            <pc:docMk/>
            <pc:sldMk cId="1707053194" sldId="551"/>
            <ac:spMk id="6" creationId="{6CD2F32D-55A3-478F-9284-D91348CA092C}"/>
          </ac:spMkLst>
        </pc:spChg>
        <pc:spChg chg="add mod">
          <ac:chgData name="Marcin Bartosiak" userId="d01ed0f4ecfdbb64" providerId="LiveId" clId="{E0C84F41-9E8F-481A-8B08-54A45EF90BE3}" dt="2019-10-04T13:15:23.002" v="1699" actId="13926"/>
          <ac:spMkLst>
            <pc:docMk/>
            <pc:sldMk cId="1707053194" sldId="551"/>
            <ac:spMk id="7" creationId="{AAFF25A6-806C-4890-9D0C-6105D73155E5}"/>
          </ac:spMkLst>
        </pc:spChg>
        <pc:spChg chg="add del mod ord">
          <ac:chgData name="Marcin Bartosiak" userId="d01ed0f4ecfdbb64" providerId="LiveId" clId="{E0C84F41-9E8F-481A-8B08-54A45EF90BE3}" dt="2019-10-04T13:15:56.053" v="1711"/>
          <ac:spMkLst>
            <pc:docMk/>
            <pc:sldMk cId="1707053194" sldId="551"/>
            <ac:spMk id="10" creationId="{30194F6F-263C-4149-B1C2-AA9188E00393}"/>
          </ac:spMkLst>
        </pc:spChg>
        <pc:spChg chg="add mod">
          <ac:chgData name="Marcin Bartosiak" userId="d01ed0f4ecfdbb64" providerId="LiveId" clId="{E0C84F41-9E8F-481A-8B08-54A45EF90BE3}" dt="2019-10-04T13:16:20.669" v="1716" actId="13926"/>
          <ac:spMkLst>
            <pc:docMk/>
            <pc:sldMk cId="1707053194" sldId="551"/>
            <ac:spMk id="11" creationId="{6AC01BB6-240F-440D-BAB0-C52E03A04186}"/>
          </ac:spMkLst>
        </pc:spChg>
        <pc:spChg chg="add del">
          <ac:chgData name="Marcin Bartosiak" userId="d01ed0f4ecfdbb64" providerId="LiveId" clId="{E0C84F41-9E8F-481A-8B08-54A45EF90BE3}" dt="2019-10-04T11:19:03.126" v="979" actId="26606"/>
          <ac:spMkLst>
            <pc:docMk/>
            <pc:sldMk cId="1707053194" sldId="551"/>
            <ac:spMk id="13" creationId="{867D4867-5BA7-4462-B2F6-A23F4A622AA7}"/>
          </ac:spMkLst>
        </pc:spChg>
        <pc:grpChg chg="add">
          <ac:chgData name="Marcin Bartosiak" userId="d01ed0f4ecfdbb64" providerId="LiveId" clId="{E0C84F41-9E8F-481A-8B08-54A45EF90BE3}" dt="2019-10-04T13:36:24.948" v="1787"/>
          <ac:grpSpMkLst>
            <pc:docMk/>
            <pc:sldMk cId="1707053194" sldId="551"/>
            <ac:grpSpMk id="12" creationId="{60DBBEA0-E071-4C1B-BB70-02B915227FA6}"/>
          </ac:grpSpMkLst>
        </pc:grpChg>
        <pc:graphicFrameChg chg="del">
          <ac:chgData name="Marcin Bartosiak" userId="d01ed0f4ecfdbb64" providerId="LiveId" clId="{E0C84F41-9E8F-481A-8B08-54A45EF90BE3}" dt="2019-10-04T11:18:02.410" v="968" actId="478"/>
          <ac:graphicFrameMkLst>
            <pc:docMk/>
            <pc:sldMk cId="1707053194" sldId="551"/>
            <ac:graphicFrameMk id="5" creationId="{C465FCAD-2778-4EA5-BC76-77435CCE1269}"/>
          </ac:graphicFrameMkLst>
        </pc:graphicFrameChg>
        <pc:picChg chg="add mod">
          <ac:chgData name="Marcin Bartosiak" userId="d01ed0f4ecfdbb64" providerId="LiveId" clId="{E0C84F41-9E8F-481A-8B08-54A45EF90BE3}" dt="2019-10-04T11:19:23.919" v="987" actId="1076"/>
          <ac:picMkLst>
            <pc:docMk/>
            <pc:sldMk cId="1707053194" sldId="551"/>
            <ac:picMk id="8" creationId="{9D7ECAF6-461D-4F9D-AF05-61F0D3AB4C6B}"/>
          </ac:picMkLst>
        </pc:picChg>
      </pc:sldChg>
      <pc:sldChg chg="addSp delSp modSp add del ord">
        <pc:chgData name="Marcin Bartosiak" userId="d01ed0f4ecfdbb64" providerId="LiveId" clId="{E0C84F41-9E8F-481A-8B08-54A45EF90BE3}" dt="2019-10-07T08:29:24.663" v="2255" actId="2711"/>
        <pc:sldMkLst>
          <pc:docMk/>
          <pc:sldMk cId="4069077461" sldId="552"/>
        </pc:sldMkLst>
        <pc:spChg chg="mod">
          <ac:chgData name="Marcin Bartosiak" userId="d01ed0f4ecfdbb64" providerId="LiveId" clId="{E0C84F41-9E8F-481A-8B08-54A45EF90BE3}" dt="2019-10-04T11:21:18.020" v="1010" actId="20577"/>
          <ac:spMkLst>
            <pc:docMk/>
            <pc:sldMk cId="4069077461" sldId="552"/>
            <ac:spMk id="2" creationId="{668614E7-EED8-42D1-AA65-CE1ACBEB9A54}"/>
          </ac:spMkLst>
        </pc:spChg>
        <pc:spChg chg="mod">
          <ac:chgData name="Marcin Bartosiak" userId="d01ed0f4ecfdbb64" providerId="LiveId" clId="{E0C84F41-9E8F-481A-8B08-54A45EF90BE3}" dt="2019-10-04T11:21:27.890" v="1012"/>
          <ac:spMkLst>
            <pc:docMk/>
            <pc:sldMk cId="4069077461" sldId="552"/>
            <ac:spMk id="3" creationId="{038A99B9-8546-432D-ACBD-F2E2392FD896}"/>
          </ac:spMkLst>
        </pc:spChg>
        <pc:graphicFrameChg chg="del modGraphic">
          <ac:chgData name="Marcin Bartosiak" userId="d01ed0f4ecfdbb64" providerId="LiveId" clId="{E0C84F41-9E8F-481A-8B08-54A45EF90BE3}" dt="2019-10-07T08:26:51.849" v="2237" actId="478"/>
          <ac:graphicFrameMkLst>
            <pc:docMk/>
            <pc:sldMk cId="4069077461" sldId="552"/>
            <ac:graphicFrameMk id="5" creationId="{C465FCAD-2778-4EA5-BC76-77435CCE1269}"/>
          </ac:graphicFrameMkLst>
        </pc:graphicFrameChg>
        <pc:graphicFrameChg chg="add mod modGraphic">
          <ac:chgData name="Marcin Bartosiak" userId="d01ed0f4ecfdbb64" providerId="LiveId" clId="{E0C84F41-9E8F-481A-8B08-54A45EF90BE3}" dt="2019-10-07T08:29:24.663" v="2255" actId="2711"/>
          <ac:graphicFrameMkLst>
            <pc:docMk/>
            <pc:sldMk cId="4069077461" sldId="552"/>
            <ac:graphicFrameMk id="6" creationId="{ADA56E29-41FE-4922-955C-56D175475301}"/>
          </ac:graphicFrameMkLst>
        </pc:graphicFrameChg>
      </pc:sldChg>
      <pc:sldChg chg="addSp delSp modSp add del ord modAnim">
        <pc:chgData name="Marcin Bartosiak" userId="d01ed0f4ecfdbb64" providerId="LiveId" clId="{E0C84F41-9E8F-481A-8B08-54A45EF90BE3}" dt="2019-10-07T08:29:47.826" v="2259"/>
        <pc:sldMkLst>
          <pc:docMk/>
          <pc:sldMk cId="497173848" sldId="553"/>
        </pc:sldMkLst>
        <pc:spChg chg="mod">
          <ac:chgData name="Marcin Bartosiak" userId="d01ed0f4ecfdbb64" providerId="LiveId" clId="{E0C84F41-9E8F-481A-8B08-54A45EF90BE3}" dt="2019-10-04T11:21:58.794" v="1022" actId="20577"/>
          <ac:spMkLst>
            <pc:docMk/>
            <pc:sldMk cId="497173848" sldId="553"/>
            <ac:spMk id="2" creationId="{668614E7-EED8-42D1-AA65-CE1ACBEB9A54}"/>
          </ac:spMkLst>
        </pc:spChg>
        <pc:spChg chg="add mod">
          <ac:chgData name="Marcin Bartosiak" userId="d01ed0f4ecfdbb64" providerId="LiveId" clId="{E0C84F41-9E8F-481A-8B08-54A45EF90BE3}" dt="2019-10-07T08:27:38.640" v="2242"/>
          <ac:spMkLst>
            <pc:docMk/>
            <pc:sldMk cId="497173848" sldId="553"/>
            <ac:spMk id="6" creationId="{696FA1AA-878F-4DA6-8AE2-EC66F81403C0}"/>
          </ac:spMkLst>
        </pc:spChg>
        <pc:spChg chg="mod">
          <ac:chgData name="Marcin Bartosiak" userId="d01ed0f4ecfdbb64" providerId="LiveId" clId="{E0C84F41-9E8F-481A-8B08-54A45EF90BE3}" dt="2019-10-04T11:22:19.700" v="1026" actId="113"/>
          <ac:spMkLst>
            <pc:docMk/>
            <pc:sldMk cId="497173848" sldId="553"/>
            <ac:spMk id="7" creationId="{AAFF25A6-806C-4890-9D0C-6105D73155E5}"/>
          </ac:spMkLst>
        </pc:spChg>
        <pc:grpChg chg="add">
          <ac:chgData name="Marcin Bartosiak" userId="d01ed0f4ecfdbb64" providerId="LiveId" clId="{E0C84F41-9E8F-481A-8B08-54A45EF90BE3}" dt="2019-10-04T13:36:30.993" v="1788"/>
          <ac:grpSpMkLst>
            <pc:docMk/>
            <pc:sldMk cId="497173848" sldId="553"/>
            <ac:grpSpMk id="9" creationId="{A75D3AB3-2F12-4EF7-8016-121357F4F6E7}"/>
          </ac:grpSpMkLst>
        </pc:grpChg>
        <pc:graphicFrameChg chg="add mod ord modGraphic">
          <ac:chgData name="Marcin Bartosiak" userId="d01ed0f4ecfdbb64" providerId="LiveId" clId="{E0C84F41-9E8F-481A-8B08-54A45EF90BE3}" dt="2019-10-07T08:29:47.826" v="2259"/>
          <ac:graphicFrameMkLst>
            <pc:docMk/>
            <pc:sldMk cId="497173848" sldId="553"/>
            <ac:graphicFrameMk id="5" creationId="{9ADA0D70-EC98-4226-8C1C-9D4222229650}"/>
          </ac:graphicFrameMkLst>
        </pc:graphicFrameChg>
        <pc:picChg chg="del">
          <ac:chgData name="Marcin Bartosiak" userId="d01ed0f4ecfdbb64" providerId="LiveId" clId="{E0C84F41-9E8F-481A-8B08-54A45EF90BE3}" dt="2019-10-04T11:22:21.278" v="1027" actId="478"/>
          <ac:picMkLst>
            <pc:docMk/>
            <pc:sldMk cId="497173848" sldId="553"/>
            <ac:picMk id="8" creationId="{9D7ECAF6-461D-4F9D-AF05-61F0D3AB4C6B}"/>
          </ac:picMkLst>
        </pc:picChg>
      </pc:sldChg>
      <pc:sldChg chg="addSp modSp add del">
        <pc:chgData name="Marcin Bartosiak" userId="d01ed0f4ecfdbb64" providerId="LiveId" clId="{E0C84F41-9E8F-481A-8B08-54A45EF90BE3}" dt="2019-10-04T13:36:37.534" v="1789"/>
        <pc:sldMkLst>
          <pc:docMk/>
          <pc:sldMk cId="2963798898" sldId="554"/>
        </pc:sldMkLst>
        <pc:spChg chg="mod">
          <ac:chgData name="Marcin Bartosiak" userId="d01ed0f4ecfdbb64" providerId="LiveId" clId="{E0C84F41-9E8F-481A-8B08-54A45EF90BE3}" dt="2019-10-04T11:23:49.812" v="1037"/>
          <ac:spMkLst>
            <pc:docMk/>
            <pc:sldMk cId="2963798898" sldId="554"/>
            <ac:spMk id="2" creationId="{668614E7-EED8-42D1-AA65-CE1ACBEB9A54}"/>
          </ac:spMkLst>
        </pc:spChg>
        <pc:spChg chg="mod">
          <ac:chgData name="Marcin Bartosiak" userId="d01ed0f4ecfdbb64" providerId="LiveId" clId="{E0C84F41-9E8F-481A-8B08-54A45EF90BE3}" dt="2019-10-04T11:25:10.993" v="1075" actId="14100"/>
          <ac:spMkLst>
            <pc:docMk/>
            <pc:sldMk cId="2963798898" sldId="554"/>
            <ac:spMk id="7" creationId="{AAFF25A6-806C-4890-9D0C-6105D73155E5}"/>
          </ac:spMkLst>
        </pc:spChg>
        <pc:grpChg chg="add">
          <ac:chgData name="Marcin Bartosiak" userId="d01ed0f4ecfdbb64" providerId="LiveId" clId="{E0C84F41-9E8F-481A-8B08-54A45EF90BE3}" dt="2019-10-04T13:36:37.534" v="1789"/>
          <ac:grpSpMkLst>
            <pc:docMk/>
            <pc:sldMk cId="2963798898" sldId="554"/>
            <ac:grpSpMk id="6" creationId="{4CDCB061-8330-464F-9C12-AF2A7784DCBA}"/>
          </ac:grpSpMkLst>
        </pc:grpChg>
        <pc:graphicFrameChg chg="mod modGraphic">
          <ac:chgData name="Marcin Bartosiak" userId="d01ed0f4ecfdbb64" providerId="LiveId" clId="{E0C84F41-9E8F-481A-8B08-54A45EF90BE3}" dt="2019-10-04T11:25:15.565" v="1076" actId="1076"/>
          <ac:graphicFrameMkLst>
            <pc:docMk/>
            <pc:sldMk cId="2963798898" sldId="554"/>
            <ac:graphicFrameMk id="5" creationId="{9ADA0D70-EC98-4226-8C1C-9D4222229650}"/>
          </ac:graphicFrameMkLst>
        </pc:graphicFrameChg>
      </pc:sldChg>
      <pc:sldChg chg="addSp delSp modSp add modTransition">
        <pc:chgData name="Marcin Bartosiak" userId="d01ed0f4ecfdbb64" providerId="LiveId" clId="{E0C84F41-9E8F-481A-8B08-54A45EF90BE3}" dt="2019-10-07T14:25:49.085" v="2378"/>
        <pc:sldMkLst>
          <pc:docMk/>
          <pc:sldMk cId="2444601246" sldId="555"/>
        </pc:sldMkLst>
        <pc:spChg chg="mod">
          <ac:chgData name="Marcin Bartosiak" userId="d01ed0f4ecfdbb64" providerId="LiveId" clId="{E0C84F41-9E8F-481A-8B08-54A45EF90BE3}" dt="2019-10-04T12:44:19.791" v="1197"/>
          <ac:spMkLst>
            <pc:docMk/>
            <pc:sldMk cId="2444601246" sldId="555"/>
            <ac:spMk id="2" creationId="{668614E7-EED8-42D1-AA65-CE1ACBEB9A54}"/>
          </ac:spMkLst>
        </pc:spChg>
        <pc:spChg chg="mod">
          <ac:chgData name="Marcin Bartosiak" userId="d01ed0f4ecfdbb64" providerId="LiveId" clId="{E0C84F41-9E8F-481A-8B08-54A45EF90BE3}" dt="2019-10-04T12:47:45.910" v="1233" actId="20577"/>
          <ac:spMkLst>
            <pc:docMk/>
            <pc:sldMk cId="2444601246" sldId="555"/>
            <ac:spMk id="7" creationId="{AAFF25A6-806C-4890-9D0C-6105D73155E5}"/>
          </ac:spMkLst>
        </pc:spChg>
        <pc:grpChg chg="add">
          <ac:chgData name="Marcin Bartosiak" userId="d01ed0f4ecfdbb64" providerId="LiveId" clId="{E0C84F41-9E8F-481A-8B08-54A45EF90BE3}" dt="2019-10-04T13:36:39.664" v="1790"/>
          <ac:grpSpMkLst>
            <pc:docMk/>
            <pc:sldMk cId="2444601246" sldId="555"/>
            <ac:grpSpMk id="8" creationId="{C5525127-7A56-4B84-B912-463604A55A5C}"/>
          </ac:grpSpMkLst>
        </pc:grpChg>
        <pc:graphicFrameChg chg="del">
          <ac:chgData name="Marcin Bartosiak" userId="d01ed0f4ecfdbb64" providerId="LiveId" clId="{E0C84F41-9E8F-481A-8B08-54A45EF90BE3}" dt="2019-10-04T12:45:10.487" v="1203" actId="478"/>
          <ac:graphicFrameMkLst>
            <pc:docMk/>
            <pc:sldMk cId="2444601246" sldId="555"/>
            <ac:graphicFrameMk id="5" creationId="{9ADA0D70-EC98-4226-8C1C-9D4222229650}"/>
          </ac:graphicFrameMkLst>
        </pc:graphicFrameChg>
        <pc:graphicFrameChg chg="add mod modGraphic">
          <ac:chgData name="Marcin Bartosiak" userId="d01ed0f4ecfdbb64" providerId="LiveId" clId="{E0C84F41-9E8F-481A-8B08-54A45EF90BE3}" dt="2019-10-07T08:30:06.671" v="2265" actId="20577"/>
          <ac:graphicFrameMkLst>
            <pc:docMk/>
            <pc:sldMk cId="2444601246" sldId="555"/>
            <ac:graphicFrameMk id="6" creationId="{26A82FDA-AEDA-48B8-97C7-0A2CD9C6FF45}"/>
          </ac:graphicFrameMkLst>
        </pc:graphicFrameChg>
      </pc:sldChg>
      <pc:sldChg chg="addSp delSp modSp add modTransition modAnim">
        <pc:chgData name="Marcin Bartosiak" userId="d01ed0f4ecfdbb64" providerId="LiveId" clId="{E0C84F41-9E8F-481A-8B08-54A45EF90BE3}" dt="2019-10-07T14:25:49.085" v="2378"/>
        <pc:sldMkLst>
          <pc:docMk/>
          <pc:sldMk cId="13637431" sldId="556"/>
        </pc:sldMkLst>
        <pc:spChg chg="add del mod ord">
          <ac:chgData name="Marcin Bartosiak" userId="d01ed0f4ecfdbb64" providerId="LiveId" clId="{E0C84F41-9E8F-481A-8B08-54A45EF90BE3}" dt="2019-10-04T13:14:42.660" v="1692"/>
          <ac:spMkLst>
            <pc:docMk/>
            <pc:sldMk cId="13637431" sldId="556"/>
            <ac:spMk id="5" creationId="{AB00CC4B-559E-4EF4-A0A7-0058B09FCCA2}"/>
          </ac:spMkLst>
        </pc:spChg>
        <pc:spChg chg="mod">
          <ac:chgData name="Marcin Bartosiak" userId="d01ed0f4ecfdbb64" providerId="LiveId" clId="{E0C84F41-9E8F-481A-8B08-54A45EF90BE3}" dt="2019-10-04T13:14:02.032" v="1684" actId="1076"/>
          <ac:spMkLst>
            <pc:docMk/>
            <pc:sldMk cId="13637431" sldId="556"/>
            <ac:spMk id="7" creationId="{AAFF25A6-806C-4890-9D0C-6105D73155E5}"/>
          </ac:spMkLst>
        </pc:spChg>
        <pc:grpChg chg="add">
          <ac:chgData name="Marcin Bartosiak" userId="d01ed0f4ecfdbb64" providerId="LiveId" clId="{E0C84F41-9E8F-481A-8B08-54A45EF90BE3}" dt="2019-10-04T13:36:43.440" v="1791"/>
          <ac:grpSpMkLst>
            <pc:docMk/>
            <pc:sldMk cId="13637431" sldId="556"/>
            <ac:grpSpMk id="8" creationId="{E9DE4B61-1B7C-46FA-8454-9589DCBB0A99}"/>
          </ac:grpSpMkLst>
        </pc:grpChg>
        <pc:graphicFrameChg chg="mod modGraphic">
          <ac:chgData name="Marcin Bartosiak" userId="d01ed0f4ecfdbb64" providerId="LiveId" clId="{E0C84F41-9E8F-481A-8B08-54A45EF90BE3}" dt="2019-10-07T08:30:31.206" v="2274" actId="20577"/>
          <ac:graphicFrameMkLst>
            <pc:docMk/>
            <pc:sldMk cId="13637431" sldId="556"/>
            <ac:graphicFrameMk id="6" creationId="{26A82FDA-AEDA-48B8-97C7-0A2CD9C6FF45}"/>
          </ac:graphicFrameMkLst>
        </pc:graphicFrameChg>
      </pc:sldChg>
      <pc:sldChg chg="addSp delSp modSp add modTransition modAnim">
        <pc:chgData name="Marcin Bartosiak" userId="d01ed0f4ecfdbb64" providerId="LiveId" clId="{E0C84F41-9E8F-481A-8B08-54A45EF90BE3}" dt="2019-10-07T14:25:49.085" v="2378"/>
        <pc:sldMkLst>
          <pc:docMk/>
          <pc:sldMk cId="2819906037" sldId="557"/>
        </pc:sldMkLst>
        <pc:spChg chg="mod">
          <ac:chgData name="Marcin Bartosiak" userId="d01ed0f4ecfdbb64" providerId="LiveId" clId="{E0C84F41-9E8F-481A-8B08-54A45EF90BE3}" dt="2019-10-04T12:48:21.309" v="1237"/>
          <ac:spMkLst>
            <pc:docMk/>
            <pc:sldMk cId="2819906037" sldId="557"/>
            <ac:spMk id="2" creationId="{668614E7-EED8-42D1-AA65-CE1ACBEB9A54}"/>
          </ac:spMkLst>
        </pc:spChg>
        <pc:spChg chg="add mod">
          <ac:chgData name="Marcin Bartosiak" userId="d01ed0f4ecfdbb64" providerId="LiveId" clId="{E0C84F41-9E8F-481A-8B08-54A45EF90BE3}" dt="2019-10-04T13:13:32.369" v="1676" actId="13926"/>
          <ac:spMkLst>
            <pc:docMk/>
            <pc:sldMk cId="2819906037" sldId="557"/>
            <ac:spMk id="5" creationId="{8E2BCACC-5FEB-41CA-8303-C1C24A4D34F9}"/>
          </ac:spMkLst>
        </pc:spChg>
        <pc:spChg chg="mod">
          <ac:chgData name="Marcin Bartosiak" userId="d01ed0f4ecfdbb64" providerId="LiveId" clId="{E0C84F41-9E8F-481A-8B08-54A45EF90BE3}" dt="2019-10-04T13:13:25.453" v="1673" actId="1076"/>
          <ac:spMkLst>
            <pc:docMk/>
            <pc:sldMk cId="2819906037" sldId="557"/>
            <ac:spMk id="7" creationId="{AAFF25A6-806C-4890-9D0C-6105D73155E5}"/>
          </ac:spMkLst>
        </pc:spChg>
        <pc:grpChg chg="add">
          <ac:chgData name="Marcin Bartosiak" userId="d01ed0f4ecfdbb64" providerId="LiveId" clId="{E0C84F41-9E8F-481A-8B08-54A45EF90BE3}" dt="2019-10-04T13:36:44.365" v="1792"/>
          <ac:grpSpMkLst>
            <pc:docMk/>
            <pc:sldMk cId="2819906037" sldId="557"/>
            <ac:grpSpMk id="8" creationId="{729AF8E7-59F0-4183-9756-B70C44E47CD7}"/>
          </ac:grpSpMkLst>
        </pc:grpChg>
        <pc:graphicFrameChg chg="del modGraphic">
          <ac:chgData name="Marcin Bartosiak" userId="d01ed0f4ecfdbb64" providerId="LiveId" clId="{E0C84F41-9E8F-481A-8B08-54A45EF90BE3}" dt="2019-10-04T12:48:11.931" v="1236" actId="478"/>
          <ac:graphicFrameMkLst>
            <pc:docMk/>
            <pc:sldMk cId="2819906037" sldId="557"/>
            <ac:graphicFrameMk id="6" creationId="{26A82FDA-AEDA-48B8-97C7-0A2CD9C6FF45}"/>
          </ac:graphicFrameMkLst>
        </pc:graphicFrameChg>
      </pc:sldChg>
      <pc:sldChg chg="addSp modSp add modTransition modAnim">
        <pc:chgData name="Marcin Bartosiak" userId="d01ed0f4ecfdbb64" providerId="LiveId" clId="{E0C84F41-9E8F-481A-8B08-54A45EF90BE3}" dt="2019-10-07T14:25:49.085" v="2378"/>
        <pc:sldMkLst>
          <pc:docMk/>
          <pc:sldMk cId="3826494874" sldId="558"/>
        </pc:sldMkLst>
        <pc:spChg chg="mod">
          <ac:chgData name="Marcin Bartosiak" userId="d01ed0f4ecfdbb64" providerId="LiveId" clId="{E0C84F41-9E8F-481A-8B08-54A45EF90BE3}" dt="2019-10-04T12:50:00.297" v="1303" actId="20577"/>
          <ac:spMkLst>
            <pc:docMk/>
            <pc:sldMk cId="3826494874" sldId="558"/>
            <ac:spMk id="2" creationId="{668614E7-EED8-42D1-AA65-CE1ACBEB9A54}"/>
          </ac:spMkLst>
        </pc:spChg>
        <pc:spChg chg="add mod">
          <ac:chgData name="Marcin Bartosiak" userId="d01ed0f4ecfdbb64" providerId="LiveId" clId="{E0C84F41-9E8F-481A-8B08-54A45EF90BE3}" dt="2019-10-04T13:13:10.869" v="1668" actId="13926"/>
          <ac:spMkLst>
            <pc:docMk/>
            <pc:sldMk cId="3826494874" sldId="558"/>
            <ac:spMk id="4" creationId="{17E30B6C-CA4F-48CC-81EE-80446E677735}"/>
          </ac:spMkLst>
        </pc:spChg>
        <pc:spChg chg="mod">
          <ac:chgData name="Marcin Bartosiak" userId="d01ed0f4ecfdbb64" providerId="LiveId" clId="{E0C84F41-9E8F-481A-8B08-54A45EF90BE3}" dt="2019-10-04T12:51:30.766" v="1327" actId="313"/>
          <ac:spMkLst>
            <pc:docMk/>
            <pc:sldMk cId="3826494874" sldId="558"/>
            <ac:spMk id="7" creationId="{AAFF25A6-806C-4890-9D0C-6105D73155E5}"/>
          </ac:spMkLst>
        </pc:spChg>
        <pc:grpChg chg="add">
          <ac:chgData name="Marcin Bartosiak" userId="d01ed0f4ecfdbb64" providerId="LiveId" clId="{E0C84F41-9E8F-481A-8B08-54A45EF90BE3}" dt="2019-10-04T13:36:45.615" v="1793"/>
          <ac:grpSpMkLst>
            <pc:docMk/>
            <pc:sldMk cId="3826494874" sldId="558"/>
            <ac:grpSpMk id="5" creationId="{AAEEBAE8-F76B-443D-ADFA-EB4F1457A6DB}"/>
          </ac:grpSpMkLst>
        </pc:grpChg>
      </pc:sldChg>
      <pc:sldChg chg="addSp delSp modSp add modTransition delAnim modAnim">
        <pc:chgData name="Marcin Bartosiak" userId="d01ed0f4ecfdbb64" providerId="LiveId" clId="{E0C84F41-9E8F-481A-8B08-54A45EF90BE3}" dt="2019-10-07T14:25:49.085" v="2378"/>
        <pc:sldMkLst>
          <pc:docMk/>
          <pc:sldMk cId="609495598" sldId="559"/>
        </pc:sldMkLst>
        <pc:spChg chg="add del mod">
          <ac:chgData name="Marcin Bartosiak" userId="d01ed0f4ecfdbb64" providerId="LiveId" clId="{E0C84F41-9E8F-481A-8B08-54A45EF90BE3}" dt="2019-10-04T13:12:59.408" v="1665" actId="478"/>
          <ac:spMkLst>
            <pc:docMk/>
            <pc:sldMk cId="609495598" sldId="559"/>
            <ac:spMk id="5" creationId="{F0528902-E37A-4101-8D04-DE0209B5CDB2}"/>
          </ac:spMkLst>
        </pc:spChg>
        <pc:spChg chg="mod">
          <ac:chgData name="Marcin Bartosiak" userId="d01ed0f4ecfdbb64" providerId="LiveId" clId="{E0C84F41-9E8F-481A-8B08-54A45EF90BE3}" dt="2019-10-04T12:51:51.909" v="1330" actId="14100"/>
          <ac:spMkLst>
            <pc:docMk/>
            <pc:sldMk cId="609495598" sldId="559"/>
            <ac:spMk id="7" creationId="{AAFF25A6-806C-4890-9D0C-6105D73155E5}"/>
          </ac:spMkLst>
        </pc:spChg>
        <pc:grpChg chg="add">
          <ac:chgData name="Marcin Bartosiak" userId="d01ed0f4ecfdbb64" providerId="LiveId" clId="{E0C84F41-9E8F-481A-8B08-54A45EF90BE3}" dt="2019-10-04T13:36:47.899" v="1794"/>
          <ac:grpSpMkLst>
            <pc:docMk/>
            <pc:sldMk cId="609495598" sldId="559"/>
            <ac:grpSpMk id="6" creationId="{17654D68-8305-4525-BA5B-BCCA4D30914B}"/>
          </ac:grpSpMkLst>
        </pc:grpChg>
        <pc:graphicFrameChg chg="add mod modGraphic">
          <ac:chgData name="Marcin Bartosiak" userId="d01ed0f4ecfdbb64" providerId="LiveId" clId="{E0C84F41-9E8F-481A-8B08-54A45EF90BE3}" dt="2019-10-07T08:34:25.444" v="2303"/>
          <ac:graphicFrameMkLst>
            <pc:docMk/>
            <pc:sldMk cId="609495598" sldId="559"/>
            <ac:graphicFrameMk id="4" creationId="{16314A59-91AA-4F15-9CCB-05B526F433F9}"/>
          </ac:graphicFrameMkLst>
        </pc:graphicFrameChg>
      </pc:sldChg>
      <pc:sldChg chg="addSp delSp modSp add modTransition modAnim">
        <pc:chgData name="Marcin Bartosiak" userId="d01ed0f4ecfdbb64" providerId="LiveId" clId="{E0C84F41-9E8F-481A-8B08-54A45EF90BE3}" dt="2019-10-07T14:25:49.085" v="2378"/>
        <pc:sldMkLst>
          <pc:docMk/>
          <pc:sldMk cId="710532353" sldId="560"/>
        </pc:sldMkLst>
        <pc:spChg chg="mod">
          <ac:chgData name="Marcin Bartosiak" userId="d01ed0f4ecfdbb64" providerId="LiveId" clId="{E0C84F41-9E8F-481A-8B08-54A45EF90BE3}" dt="2019-10-04T12:55:31.173" v="1409" actId="20577"/>
          <ac:spMkLst>
            <pc:docMk/>
            <pc:sldMk cId="710532353" sldId="560"/>
            <ac:spMk id="2" creationId="{668614E7-EED8-42D1-AA65-CE1ACBEB9A54}"/>
          </ac:spMkLst>
        </pc:spChg>
        <pc:spChg chg="add del mod">
          <ac:chgData name="Marcin Bartosiak" userId="d01ed0f4ecfdbb64" providerId="LiveId" clId="{E0C84F41-9E8F-481A-8B08-54A45EF90BE3}" dt="2019-10-04T12:53:45.391" v="1346"/>
          <ac:spMkLst>
            <pc:docMk/>
            <pc:sldMk cId="710532353" sldId="560"/>
            <ac:spMk id="5" creationId="{40EA5EE6-2C42-4E1D-93FA-453EE135EBD3}"/>
          </ac:spMkLst>
        </pc:spChg>
        <pc:spChg chg="add mod">
          <ac:chgData name="Marcin Bartosiak" userId="d01ed0f4ecfdbb64" providerId="LiveId" clId="{E0C84F41-9E8F-481A-8B08-54A45EF90BE3}" dt="2019-10-04T12:55:20.406" v="1387" actId="27636"/>
          <ac:spMkLst>
            <pc:docMk/>
            <pc:sldMk cId="710532353" sldId="560"/>
            <ac:spMk id="6" creationId="{03228055-2C49-438B-9894-7787B7ABE781}"/>
          </ac:spMkLst>
        </pc:spChg>
        <pc:spChg chg="add del mod">
          <ac:chgData name="Marcin Bartosiak" userId="d01ed0f4ecfdbb64" providerId="LiveId" clId="{E0C84F41-9E8F-481A-8B08-54A45EF90BE3}" dt="2019-10-04T12:53:48.529" v="1347"/>
          <ac:spMkLst>
            <pc:docMk/>
            <pc:sldMk cId="710532353" sldId="560"/>
            <ac:spMk id="7" creationId="{AAFF25A6-806C-4890-9D0C-6105D73155E5}"/>
          </ac:spMkLst>
        </pc:spChg>
        <pc:spChg chg="add mod ord">
          <ac:chgData name="Marcin Bartosiak" userId="d01ed0f4ecfdbb64" providerId="LiveId" clId="{E0C84F41-9E8F-481A-8B08-54A45EF90BE3}" dt="2019-10-04T13:05:14.284" v="1548" actId="171"/>
          <ac:spMkLst>
            <pc:docMk/>
            <pc:sldMk cId="710532353" sldId="560"/>
            <ac:spMk id="10" creationId="{3EF4B30B-AD62-42EF-8808-8947054A5262}"/>
          </ac:spMkLst>
        </pc:spChg>
        <pc:grpChg chg="add">
          <ac:chgData name="Marcin Bartosiak" userId="d01ed0f4ecfdbb64" providerId="LiveId" clId="{E0C84F41-9E8F-481A-8B08-54A45EF90BE3}" dt="2019-10-04T13:36:49.720" v="1795"/>
          <ac:grpSpMkLst>
            <pc:docMk/>
            <pc:sldMk cId="710532353" sldId="560"/>
            <ac:grpSpMk id="11" creationId="{0B1C8FF0-71F2-44E4-8497-0B3F77BDF89E}"/>
          </ac:grpSpMkLst>
        </pc:grpChg>
        <pc:graphicFrameChg chg="del">
          <ac:chgData name="Marcin Bartosiak" userId="d01ed0f4ecfdbb64" providerId="LiveId" clId="{E0C84F41-9E8F-481A-8B08-54A45EF90BE3}" dt="2019-10-04T12:53:27.477" v="1341" actId="478"/>
          <ac:graphicFrameMkLst>
            <pc:docMk/>
            <pc:sldMk cId="710532353" sldId="560"/>
            <ac:graphicFrameMk id="4" creationId="{16314A59-91AA-4F15-9CCB-05B526F433F9}"/>
          </ac:graphicFrameMkLst>
        </pc:graphicFrameChg>
        <pc:graphicFrameChg chg="add mod modGraphic">
          <ac:chgData name="Marcin Bartosiak" userId="d01ed0f4ecfdbb64" providerId="LiveId" clId="{E0C84F41-9E8F-481A-8B08-54A45EF90BE3}" dt="2019-10-04T13:05:25.690" v="1550" actId="207"/>
          <ac:graphicFrameMkLst>
            <pc:docMk/>
            <pc:sldMk cId="710532353" sldId="560"/>
            <ac:graphicFrameMk id="8" creationId="{470CBF7E-2872-4D84-A83F-1BC5B584ADFB}"/>
          </ac:graphicFrameMkLst>
        </pc:graphicFrameChg>
        <pc:graphicFrameChg chg="add mod modGraphic">
          <ac:chgData name="Marcin Bartosiak" userId="d01ed0f4ecfdbb64" providerId="LiveId" clId="{E0C84F41-9E8F-481A-8B08-54A45EF90BE3}" dt="2019-10-04T13:05:30.527" v="1551" actId="207"/>
          <ac:graphicFrameMkLst>
            <pc:docMk/>
            <pc:sldMk cId="710532353" sldId="560"/>
            <ac:graphicFrameMk id="9" creationId="{0D498189-074A-4DE8-B8DF-52A04856D2D2}"/>
          </ac:graphicFrameMkLst>
        </pc:graphicFrameChg>
      </pc:sldChg>
      <pc:sldChg chg="addSp delSp modSp add modTransition delAnim modAnim">
        <pc:chgData name="Marcin Bartosiak" userId="d01ed0f4ecfdbb64" providerId="LiveId" clId="{E0C84F41-9E8F-481A-8B08-54A45EF90BE3}" dt="2019-10-07T14:25:49.085" v="2378"/>
        <pc:sldMkLst>
          <pc:docMk/>
          <pc:sldMk cId="1143786111" sldId="561"/>
        </pc:sldMkLst>
        <pc:spChg chg="mod">
          <ac:chgData name="Marcin Bartosiak" userId="d01ed0f4ecfdbb64" providerId="LiveId" clId="{E0C84F41-9E8F-481A-8B08-54A45EF90BE3}" dt="2019-10-04T13:00:27.243" v="1504" actId="20577"/>
          <ac:spMkLst>
            <pc:docMk/>
            <pc:sldMk cId="1143786111" sldId="561"/>
            <ac:spMk id="2" creationId="{668614E7-EED8-42D1-AA65-CE1ACBEB9A54}"/>
          </ac:spMkLst>
        </pc:spChg>
        <pc:spChg chg="add mod">
          <ac:chgData name="Marcin Bartosiak" userId="d01ed0f4ecfdbb64" providerId="LiveId" clId="{E0C84F41-9E8F-481A-8B08-54A45EF90BE3}" dt="2019-10-07T08:32:23.387" v="2290"/>
          <ac:spMkLst>
            <pc:docMk/>
            <pc:sldMk cId="1143786111" sldId="561"/>
            <ac:spMk id="3" creationId="{D213542B-FA8C-4395-8AC6-C8C94B390CB3}"/>
          </ac:spMkLst>
        </pc:spChg>
        <pc:spChg chg="mod">
          <ac:chgData name="Marcin Bartosiak" userId="d01ed0f4ecfdbb64" providerId="LiveId" clId="{E0C84F41-9E8F-481A-8B08-54A45EF90BE3}" dt="2019-10-04T13:01:19.983" v="1521" actId="20577"/>
          <ac:spMkLst>
            <pc:docMk/>
            <pc:sldMk cId="1143786111" sldId="561"/>
            <ac:spMk id="6" creationId="{03228055-2C49-438B-9894-7787B7ABE781}"/>
          </ac:spMkLst>
        </pc:spChg>
        <pc:spChg chg="del">
          <ac:chgData name="Marcin Bartosiak" userId="d01ed0f4ecfdbb64" providerId="LiveId" clId="{E0C84F41-9E8F-481A-8B08-54A45EF90BE3}" dt="2019-10-04T12:59:52.211" v="1416" actId="478"/>
          <ac:spMkLst>
            <pc:docMk/>
            <pc:sldMk cId="1143786111" sldId="561"/>
            <ac:spMk id="10" creationId="{3EF4B30B-AD62-42EF-8808-8947054A5262}"/>
          </ac:spMkLst>
        </pc:spChg>
        <pc:spChg chg="add mod ord">
          <ac:chgData name="Marcin Bartosiak" userId="d01ed0f4ecfdbb64" providerId="LiveId" clId="{E0C84F41-9E8F-481A-8B08-54A45EF90BE3}" dt="2019-10-04T13:04:19.453" v="1542" actId="171"/>
          <ac:spMkLst>
            <pc:docMk/>
            <pc:sldMk cId="1143786111" sldId="561"/>
            <ac:spMk id="11" creationId="{91512B2A-3F79-4E82-873C-F38F53413620}"/>
          </ac:spMkLst>
        </pc:spChg>
        <pc:grpChg chg="add">
          <ac:chgData name="Marcin Bartosiak" userId="d01ed0f4ecfdbb64" providerId="LiveId" clId="{E0C84F41-9E8F-481A-8B08-54A45EF90BE3}" dt="2019-10-04T13:36:52.431" v="1796"/>
          <ac:grpSpMkLst>
            <pc:docMk/>
            <pc:sldMk cId="1143786111" sldId="561"/>
            <ac:grpSpMk id="12" creationId="{EA5908F6-0A7B-482D-B1B5-E6774E5AA3EE}"/>
          </ac:grpSpMkLst>
        </pc:grpChg>
        <pc:graphicFrameChg chg="add mod modGraphic">
          <ac:chgData name="Marcin Bartosiak" userId="d01ed0f4ecfdbb64" providerId="LiveId" clId="{E0C84F41-9E8F-481A-8B08-54A45EF90BE3}" dt="2019-10-07T08:31:40.164" v="2285" actId="14734"/>
          <ac:graphicFrameMkLst>
            <pc:docMk/>
            <pc:sldMk cId="1143786111" sldId="561"/>
            <ac:graphicFrameMk id="7" creationId="{9D8F385F-0A49-4F75-997A-56259CBDD09E}"/>
          </ac:graphicFrameMkLst>
        </pc:graphicFrameChg>
        <pc:graphicFrameChg chg="del">
          <ac:chgData name="Marcin Bartosiak" userId="d01ed0f4ecfdbb64" providerId="LiveId" clId="{E0C84F41-9E8F-481A-8B08-54A45EF90BE3}" dt="2019-10-04T13:00:10.226" v="1489" actId="478"/>
          <ac:graphicFrameMkLst>
            <pc:docMk/>
            <pc:sldMk cId="1143786111" sldId="561"/>
            <ac:graphicFrameMk id="8" creationId="{470CBF7E-2872-4D84-A83F-1BC5B584ADFB}"/>
          </ac:graphicFrameMkLst>
        </pc:graphicFrameChg>
        <pc:graphicFrameChg chg="del">
          <ac:chgData name="Marcin Bartosiak" userId="d01ed0f4ecfdbb64" providerId="LiveId" clId="{E0C84F41-9E8F-481A-8B08-54A45EF90BE3}" dt="2019-10-04T13:00:12.553" v="1490" actId="478"/>
          <ac:graphicFrameMkLst>
            <pc:docMk/>
            <pc:sldMk cId="1143786111" sldId="561"/>
            <ac:graphicFrameMk id="9" creationId="{0D498189-074A-4DE8-B8DF-52A04856D2D2}"/>
          </ac:graphicFrameMkLst>
        </pc:graphicFrameChg>
      </pc:sldChg>
      <pc:sldChg chg="addSp delSp modSp add modTransition modAnim">
        <pc:chgData name="Marcin Bartosiak" userId="d01ed0f4ecfdbb64" providerId="LiveId" clId="{E0C84F41-9E8F-481A-8B08-54A45EF90BE3}" dt="2019-10-07T14:25:49.085" v="2378"/>
        <pc:sldMkLst>
          <pc:docMk/>
          <pc:sldMk cId="732363584" sldId="562"/>
        </pc:sldMkLst>
        <pc:spChg chg="mod">
          <ac:chgData name="Marcin Bartosiak" userId="d01ed0f4ecfdbb64" providerId="LiveId" clId="{E0C84F41-9E8F-481A-8B08-54A45EF90BE3}" dt="2019-10-04T13:06:09.665" v="1582" actId="20577"/>
          <ac:spMkLst>
            <pc:docMk/>
            <pc:sldMk cId="732363584" sldId="562"/>
            <ac:spMk id="2" creationId="{668614E7-EED8-42D1-AA65-CE1ACBEB9A54}"/>
          </ac:spMkLst>
        </pc:spChg>
        <pc:spChg chg="mod">
          <ac:chgData name="Marcin Bartosiak" userId="d01ed0f4ecfdbb64" providerId="LiveId" clId="{E0C84F41-9E8F-481A-8B08-54A45EF90BE3}" dt="2019-10-04T13:52:43.378" v="2018" actId="6549"/>
          <ac:spMkLst>
            <pc:docMk/>
            <pc:sldMk cId="732363584" sldId="562"/>
            <ac:spMk id="6" creationId="{03228055-2C49-438B-9894-7787B7ABE781}"/>
          </ac:spMkLst>
        </pc:spChg>
        <pc:spChg chg="add mod">
          <ac:chgData name="Marcin Bartosiak" userId="d01ed0f4ecfdbb64" providerId="LiveId" clId="{E0C84F41-9E8F-481A-8B08-54A45EF90BE3}" dt="2019-10-04T13:53:03.058" v="2021" actId="207"/>
          <ac:spMkLst>
            <pc:docMk/>
            <pc:sldMk cId="732363584" sldId="562"/>
            <ac:spMk id="9" creationId="{0B37EDBC-F477-4027-B0D1-5A81D831B13E}"/>
          </ac:spMkLst>
        </pc:spChg>
        <pc:spChg chg="add mod">
          <ac:chgData name="Marcin Bartosiak" userId="d01ed0f4ecfdbb64" providerId="LiveId" clId="{E0C84F41-9E8F-481A-8B08-54A45EF90BE3}" dt="2019-10-04T13:52:39.565" v="2012" actId="20577"/>
          <ac:spMkLst>
            <pc:docMk/>
            <pc:sldMk cId="732363584" sldId="562"/>
            <ac:spMk id="10" creationId="{018858CE-110B-4265-9342-4B9203FF88CC}"/>
          </ac:spMkLst>
        </pc:spChg>
        <pc:spChg chg="del">
          <ac:chgData name="Marcin Bartosiak" userId="d01ed0f4ecfdbb64" providerId="LiveId" clId="{E0C84F41-9E8F-481A-8B08-54A45EF90BE3}" dt="2019-10-04T13:06:20.245" v="1583" actId="478"/>
          <ac:spMkLst>
            <pc:docMk/>
            <pc:sldMk cId="732363584" sldId="562"/>
            <ac:spMk id="11" creationId="{91512B2A-3F79-4E82-873C-F38F53413620}"/>
          </ac:spMkLst>
        </pc:spChg>
        <pc:grpChg chg="add">
          <ac:chgData name="Marcin Bartosiak" userId="d01ed0f4ecfdbb64" providerId="LiveId" clId="{E0C84F41-9E8F-481A-8B08-54A45EF90BE3}" dt="2019-10-04T13:36:55.099" v="1797"/>
          <ac:grpSpMkLst>
            <pc:docMk/>
            <pc:sldMk cId="732363584" sldId="562"/>
            <ac:grpSpMk id="12" creationId="{EE1785EF-DA3C-4F48-A5C3-7ADFA0DD6E8E}"/>
          </ac:grpSpMkLst>
        </pc:grpChg>
        <pc:graphicFrameChg chg="del modGraphic">
          <ac:chgData name="Marcin Bartosiak" userId="d01ed0f4ecfdbb64" providerId="LiveId" clId="{E0C84F41-9E8F-481A-8B08-54A45EF90BE3}" dt="2019-10-04T13:06:52.881" v="1589" actId="478"/>
          <ac:graphicFrameMkLst>
            <pc:docMk/>
            <pc:sldMk cId="732363584" sldId="562"/>
            <ac:graphicFrameMk id="7" creationId="{9D8F385F-0A49-4F75-997A-56259CBDD09E}"/>
          </ac:graphicFrameMkLst>
        </pc:graphicFrameChg>
        <pc:graphicFrameChg chg="add mod modGraphic">
          <ac:chgData name="Marcin Bartosiak" userId="d01ed0f4ecfdbb64" providerId="LiveId" clId="{E0C84F41-9E8F-481A-8B08-54A45EF90BE3}" dt="2019-10-04T13:09:44.403" v="1614" actId="207"/>
          <ac:graphicFrameMkLst>
            <pc:docMk/>
            <pc:sldMk cId="732363584" sldId="562"/>
            <ac:graphicFrameMk id="8" creationId="{D043D601-7ACC-4486-B999-D3E9176FD096}"/>
          </ac:graphicFrameMkLst>
        </pc:graphicFrameChg>
      </pc:sldChg>
      <pc:sldChg chg="addSp delSp modSp add modTransition modAnim">
        <pc:chgData name="Marcin Bartosiak" userId="d01ed0f4ecfdbb64" providerId="LiveId" clId="{E0C84F41-9E8F-481A-8B08-54A45EF90BE3}" dt="2019-10-07T14:25:49.085" v="2378"/>
        <pc:sldMkLst>
          <pc:docMk/>
          <pc:sldMk cId="809809122" sldId="563"/>
        </pc:sldMkLst>
        <pc:spChg chg="mod">
          <ac:chgData name="Marcin Bartosiak" userId="d01ed0f4ecfdbb64" providerId="LiveId" clId="{E0C84F41-9E8F-481A-8B08-54A45EF90BE3}" dt="2019-10-04T13:10:30.431" v="1626"/>
          <ac:spMkLst>
            <pc:docMk/>
            <pc:sldMk cId="809809122" sldId="563"/>
            <ac:spMk id="6" creationId="{03228055-2C49-438B-9894-7787B7ABE781}"/>
          </ac:spMkLst>
        </pc:spChg>
        <pc:spChg chg="add mod">
          <ac:chgData name="Marcin Bartosiak" userId="d01ed0f4ecfdbb64" providerId="LiveId" clId="{E0C84F41-9E8F-481A-8B08-54A45EF90BE3}" dt="2019-10-04T13:11:26.469" v="1648" actId="13926"/>
          <ac:spMkLst>
            <pc:docMk/>
            <pc:sldMk cId="809809122" sldId="563"/>
            <ac:spMk id="7" creationId="{B3D80D19-7729-4CE9-BE79-B74884090627}"/>
          </ac:spMkLst>
        </pc:spChg>
        <pc:spChg chg="del">
          <ac:chgData name="Marcin Bartosiak" userId="d01ed0f4ecfdbb64" providerId="LiveId" clId="{E0C84F41-9E8F-481A-8B08-54A45EF90BE3}" dt="2019-10-04T13:10:48.892" v="1636" actId="478"/>
          <ac:spMkLst>
            <pc:docMk/>
            <pc:sldMk cId="809809122" sldId="563"/>
            <ac:spMk id="9" creationId="{0B37EDBC-F477-4027-B0D1-5A81D831B13E}"/>
          </ac:spMkLst>
        </pc:spChg>
        <pc:grpChg chg="add">
          <ac:chgData name="Marcin Bartosiak" userId="d01ed0f4ecfdbb64" providerId="LiveId" clId="{E0C84F41-9E8F-481A-8B08-54A45EF90BE3}" dt="2019-10-04T13:36:57.941" v="1798"/>
          <ac:grpSpMkLst>
            <pc:docMk/>
            <pc:sldMk cId="809809122" sldId="563"/>
            <ac:grpSpMk id="10" creationId="{9C698CE1-84F4-4151-9C6B-EFA7B33BD389}"/>
          </ac:grpSpMkLst>
        </pc:grpChg>
        <pc:graphicFrameChg chg="mod modGraphic">
          <ac:chgData name="Marcin Bartosiak" userId="d01ed0f4ecfdbb64" providerId="LiveId" clId="{E0C84F41-9E8F-481A-8B08-54A45EF90BE3}" dt="2019-10-04T13:10:45.349" v="1635"/>
          <ac:graphicFrameMkLst>
            <pc:docMk/>
            <pc:sldMk cId="809809122" sldId="563"/>
            <ac:graphicFrameMk id="8" creationId="{D043D601-7ACC-4486-B999-D3E9176FD096}"/>
          </ac:graphicFrameMkLst>
        </pc:graphicFrameChg>
      </pc:sldChg>
      <pc:sldChg chg="addSp delSp modSp add">
        <pc:chgData name="Marcin Bartosiak" userId="d01ed0f4ecfdbb64" providerId="LiveId" clId="{E0C84F41-9E8F-481A-8B08-54A45EF90BE3}" dt="2019-10-04T13:49:44.338" v="2007" actId="20577"/>
        <pc:sldMkLst>
          <pc:docMk/>
          <pc:sldMk cId="2864133544" sldId="564"/>
        </pc:sldMkLst>
        <pc:spChg chg="del mod">
          <ac:chgData name="Marcin Bartosiak" userId="d01ed0f4ecfdbb64" providerId="LiveId" clId="{E0C84F41-9E8F-481A-8B08-54A45EF90BE3}" dt="2019-10-04T13:47:51.289" v="1813" actId="478"/>
          <ac:spMkLst>
            <pc:docMk/>
            <pc:sldMk cId="2864133544" sldId="564"/>
            <ac:spMk id="2" creationId="{2924D2D8-1EA5-4E19-9C74-8817830B23E4}"/>
          </ac:spMkLst>
        </pc:spChg>
        <pc:spChg chg="del">
          <ac:chgData name="Marcin Bartosiak" userId="d01ed0f4ecfdbb64" providerId="LiveId" clId="{E0C84F41-9E8F-481A-8B08-54A45EF90BE3}" dt="2019-10-04T13:47:49.514" v="1811" actId="478"/>
          <ac:spMkLst>
            <pc:docMk/>
            <pc:sldMk cId="2864133544" sldId="564"/>
            <ac:spMk id="3" creationId="{3F5A34EB-E214-4A71-A7AB-4D47129EC295}"/>
          </ac:spMkLst>
        </pc:spChg>
        <pc:spChg chg="add mod">
          <ac:chgData name="Marcin Bartosiak" userId="d01ed0f4ecfdbb64" providerId="LiveId" clId="{E0C84F41-9E8F-481A-8B08-54A45EF90BE3}" dt="2019-10-04T13:49:44.338" v="2007" actId="20577"/>
          <ac:spMkLst>
            <pc:docMk/>
            <pc:sldMk cId="2864133544" sldId="564"/>
            <ac:spMk id="7" creationId="{7B3356E2-0853-4BD2-A079-BDD582FC2DA1}"/>
          </ac:spMkLst>
        </pc:spChg>
        <pc:grpChg chg="add">
          <ac:chgData name="Marcin Bartosiak" userId="d01ed0f4ecfdbb64" providerId="LiveId" clId="{E0C84F41-9E8F-481A-8B08-54A45EF90BE3}" dt="2019-10-04T13:47:58.679" v="1816"/>
          <ac:grpSpMkLst>
            <pc:docMk/>
            <pc:sldMk cId="2864133544" sldId="564"/>
            <ac:grpSpMk id="4" creationId="{E11AB178-FBA4-40F0-8162-C132D338C447}"/>
          </ac:grpSpMkLst>
        </pc:grpChg>
      </pc:sldChg>
      <pc:sldChg chg="addSp delSp modSp add modAnim">
        <pc:chgData name="Marcin Bartosiak" userId="d01ed0f4ecfdbb64" providerId="LiveId" clId="{E0C84F41-9E8F-481A-8B08-54A45EF90BE3}" dt="2019-10-04T13:59:10.659" v="2081" actId="1076"/>
        <pc:sldMkLst>
          <pc:docMk/>
          <pc:sldMk cId="3962935039" sldId="565"/>
        </pc:sldMkLst>
        <pc:spChg chg="add del mod">
          <ac:chgData name="Marcin Bartosiak" userId="d01ed0f4ecfdbb64" providerId="LiveId" clId="{E0C84F41-9E8F-481A-8B08-54A45EF90BE3}" dt="2019-10-04T13:58:56.996" v="2078"/>
          <ac:spMkLst>
            <pc:docMk/>
            <pc:sldMk cId="3962935039" sldId="565"/>
            <ac:spMk id="7" creationId="{EB6D6931-FDEC-4E4C-A86A-96A26BE1ACF4}"/>
          </ac:spMkLst>
        </pc:spChg>
        <pc:picChg chg="add mod">
          <ac:chgData name="Marcin Bartosiak" userId="d01ed0f4ecfdbb64" providerId="LiveId" clId="{E0C84F41-9E8F-481A-8B08-54A45EF90BE3}" dt="2019-10-04T13:59:10.659" v="2081" actId="1076"/>
          <ac:picMkLst>
            <pc:docMk/>
            <pc:sldMk cId="3962935039" sldId="565"/>
            <ac:picMk id="8" creationId="{9D9FD6A9-6B93-44C2-9DCA-9B8C7418EBA0}"/>
          </ac:picMkLst>
        </pc:picChg>
      </pc:sldChg>
      <pc:sldChg chg="addSp modSp add">
        <pc:chgData name="Marcin Bartosiak" userId="d01ed0f4ecfdbb64" providerId="LiveId" clId="{E0C84F41-9E8F-481A-8B08-54A45EF90BE3}" dt="2019-10-04T14:00:42.166" v="2119" actId="14100"/>
        <pc:sldMkLst>
          <pc:docMk/>
          <pc:sldMk cId="73757220" sldId="566"/>
        </pc:sldMkLst>
        <pc:picChg chg="add mod">
          <ac:chgData name="Marcin Bartosiak" userId="d01ed0f4ecfdbb64" providerId="LiveId" clId="{E0C84F41-9E8F-481A-8B08-54A45EF90BE3}" dt="2019-10-04T14:00:42.166" v="2119" actId="14100"/>
          <ac:picMkLst>
            <pc:docMk/>
            <pc:sldMk cId="73757220" sldId="566"/>
            <ac:picMk id="7" creationId="{22EF7445-BB98-4A14-88CB-93A85EC44A4F}"/>
          </ac:picMkLst>
        </pc:picChg>
      </pc:sldChg>
      <pc:sldChg chg="addSp delSp modSp add delAnim">
        <pc:chgData name="Marcin Bartosiak" userId="d01ed0f4ecfdbb64" providerId="LiveId" clId="{E0C84F41-9E8F-481A-8B08-54A45EF90BE3}" dt="2019-10-06T14:18:57.823" v="2145" actId="1076"/>
        <pc:sldMkLst>
          <pc:docMk/>
          <pc:sldMk cId="3203531087" sldId="567"/>
        </pc:sldMkLst>
        <pc:spChg chg="mod">
          <ac:chgData name="Marcin Bartosiak" userId="d01ed0f4ecfdbb64" providerId="LiveId" clId="{E0C84F41-9E8F-481A-8B08-54A45EF90BE3}" dt="2019-10-06T14:16:16.405" v="2129" actId="20577"/>
          <ac:spMkLst>
            <pc:docMk/>
            <pc:sldMk cId="3203531087" sldId="567"/>
            <ac:spMk id="2" creationId="{668614E7-EED8-42D1-AA65-CE1ACBEB9A54}"/>
          </ac:spMkLst>
        </pc:spChg>
        <pc:spChg chg="add del mod">
          <ac:chgData name="Marcin Bartosiak" userId="d01ed0f4ecfdbb64" providerId="LiveId" clId="{E0C84F41-9E8F-481A-8B08-54A45EF90BE3}" dt="2019-10-06T14:16:37.807" v="2134" actId="478"/>
          <ac:spMkLst>
            <pc:docMk/>
            <pc:sldMk cId="3203531087" sldId="567"/>
            <ac:spMk id="4" creationId="{279C8D6B-6761-4815-BF05-DDBD45C0544C}"/>
          </ac:spMkLst>
        </pc:spChg>
        <pc:spChg chg="del">
          <ac:chgData name="Marcin Bartosiak" userId="d01ed0f4ecfdbb64" providerId="LiveId" clId="{E0C84F41-9E8F-481A-8B08-54A45EF90BE3}" dt="2019-10-06T14:16:34.447" v="2133" actId="478"/>
          <ac:spMkLst>
            <pc:docMk/>
            <pc:sldMk cId="3203531087" sldId="567"/>
            <ac:spMk id="6" creationId="{03228055-2C49-438B-9894-7787B7ABE781}"/>
          </ac:spMkLst>
        </pc:spChg>
        <pc:spChg chg="del">
          <ac:chgData name="Marcin Bartosiak" userId="d01ed0f4ecfdbb64" providerId="LiveId" clId="{E0C84F41-9E8F-481A-8B08-54A45EF90BE3}" dt="2019-10-06T14:16:32.004" v="2132" actId="478"/>
          <ac:spMkLst>
            <pc:docMk/>
            <pc:sldMk cId="3203531087" sldId="567"/>
            <ac:spMk id="7" creationId="{B3D80D19-7729-4CE9-BE79-B74884090627}"/>
          </ac:spMkLst>
        </pc:spChg>
        <pc:grpChg chg="del mod">
          <ac:chgData name="Marcin Bartosiak" userId="d01ed0f4ecfdbb64" providerId="LiveId" clId="{E0C84F41-9E8F-481A-8B08-54A45EF90BE3}" dt="2019-10-06T14:16:42.061" v="2136" actId="478"/>
          <ac:grpSpMkLst>
            <pc:docMk/>
            <pc:sldMk cId="3203531087" sldId="567"/>
            <ac:grpSpMk id="10" creationId="{9C698CE1-84F4-4151-9C6B-EFA7B33BD389}"/>
          </ac:grpSpMkLst>
        </pc:grpChg>
        <pc:graphicFrameChg chg="del modGraphic">
          <ac:chgData name="Marcin Bartosiak" userId="d01ed0f4ecfdbb64" providerId="LiveId" clId="{E0C84F41-9E8F-481A-8B08-54A45EF90BE3}" dt="2019-10-06T14:16:28.140" v="2131" actId="478"/>
          <ac:graphicFrameMkLst>
            <pc:docMk/>
            <pc:sldMk cId="3203531087" sldId="567"/>
            <ac:graphicFrameMk id="8" creationId="{D043D601-7ACC-4486-B999-D3E9176FD096}"/>
          </ac:graphicFrameMkLst>
        </pc:graphicFrameChg>
        <pc:picChg chg="add mod">
          <ac:chgData name="Marcin Bartosiak" userId="d01ed0f4ecfdbb64" providerId="LiveId" clId="{E0C84F41-9E8F-481A-8B08-54A45EF90BE3}" dt="2019-10-06T14:18:57.823" v="2145" actId="1076"/>
          <ac:picMkLst>
            <pc:docMk/>
            <pc:sldMk cId="3203531087" sldId="567"/>
            <ac:picMk id="5" creationId="{FA061F3E-09B3-4EB1-BD1C-AD1298558C26}"/>
          </ac:picMkLst>
        </pc:picChg>
      </pc:sldChg>
      <pc:sldChg chg="add del">
        <pc:chgData name="Marcin Bartosiak" userId="d01ed0f4ecfdbb64" providerId="LiveId" clId="{E0C84F41-9E8F-481A-8B08-54A45EF90BE3}" dt="2019-10-06T14:19:06.109" v="2146" actId="2696"/>
        <pc:sldMkLst>
          <pc:docMk/>
          <pc:sldMk cId="1206989035" sldId="568"/>
        </pc:sldMkLst>
      </pc:sldChg>
    </pc:docChg>
  </pc:docChgLst>
  <pc:docChgLst>
    <pc:chgData name="Marcin Bartosiak" userId="d01ed0f4ecfdbb64" providerId="LiveId" clId="{E552F9B3-3BF8-4351-99DA-0B4D0EEE38BF}"/>
    <pc:docChg chg="custSel addSld delSld modSld sldOrd">
      <pc:chgData name="Marcin Bartosiak" userId="d01ed0f4ecfdbb64" providerId="LiveId" clId="{E552F9B3-3BF8-4351-99DA-0B4D0EEE38BF}" dt="2019-07-14T15:38:11.740" v="603" actId="20577"/>
      <pc:docMkLst>
        <pc:docMk/>
      </pc:docMkLst>
      <pc:sldChg chg="modSp">
        <pc:chgData name="Marcin Bartosiak" userId="d01ed0f4ecfdbb64" providerId="LiveId" clId="{E552F9B3-3BF8-4351-99DA-0B4D0EEE38BF}" dt="2019-07-14T14:50:45.578" v="3" actId="20577"/>
        <pc:sldMkLst>
          <pc:docMk/>
          <pc:sldMk cId="4219187844" sldId="262"/>
        </pc:sldMkLst>
        <pc:spChg chg="mod">
          <ac:chgData name="Marcin Bartosiak" userId="d01ed0f4ecfdbb64" providerId="LiveId" clId="{E552F9B3-3BF8-4351-99DA-0B4D0EEE38BF}" dt="2019-07-14T14:50:45.578" v="3" actId="20577"/>
          <ac:spMkLst>
            <pc:docMk/>
            <pc:sldMk cId="4219187844" sldId="262"/>
            <ac:spMk id="6" creationId="{722B334C-6262-4B9F-B881-D38849C24720}"/>
          </ac:spMkLst>
        </pc:spChg>
      </pc:sldChg>
      <pc:sldChg chg="modSp">
        <pc:chgData name="Marcin Bartosiak" userId="d01ed0f4ecfdbb64" providerId="LiveId" clId="{E552F9B3-3BF8-4351-99DA-0B4D0EEE38BF}" dt="2019-07-14T14:51:14.536" v="4" actId="13926"/>
        <pc:sldMkLst>
          <pc:docMk/>
          <pc:sldMk cId="3069620319" sldId="264"/>
        </pc:sldMkLst>
        <pc:spChg chg="mod">
          <ac:chgData name="Marcin Bartosiak" userId="d01ed0f4ecfdbb64" providerId="LiveId" clId="{E552F9B3-3BF8-4351-99DA-0B4D0EEE38BF}" dt="2019-07-14T14:51:14.536" v="4" actId="13926"/>
          <ac:spMkLst>
            <pc:docMk/>
            <pc:sldMk cId="3069620319" sldId="264"/>
            <ac:spMk id="5" creationId="{47E56572-8C5B-4941-9D10-5982FF6D0139}"/>
          </ac:spMkLst>
        </pc:spChg>
      </pc:sldChg>
      <pc:sldChg chg="modSp">
        <pc:chgData name="Marcin Bartosiak" userId="d01ed0f4ecfdbb64" providerId="LiveId" clId="{E552F9B3-3BF8-4351-99DA-0B4D0EEE38BF}" dt="2019-07-14T14:51:57.904" v="17" actId="13926"/>
        <pc:sldMkLst>
          <pc:docMk/>
          <pc:sldMk cId="4098081854" sldId="265"/>
        </pc:sldMkLst>
        <pc:spChg chg="mod">
          <ac:chgData name="Marcin Bartosiak" userId="d01ed0f4ecfdbb64" providerId="LiveId" clId="{E552F9B3-3BF8-4351-99DA-0B4D0EEE38BF}" dt="2019-07-14T14:51:57.904" v="17" actId="13926"/>
          <ac:spMkLst>
            <pc:docMk/>
            <pc:sldMk cId="4098081854" sldId="265"/>
            <ac:spMk id="3" creationId="{51AAF18C-6608-437A-A980-BA9B377BED7F}"/>
          </ac:spMkLst>
        </pc:spChg>
      </pc:sldChg>
      <pc:sldChg chg="add">
        <pc:chgData name="Marcin Bartosiak" userId="d01ed0f4ecfdbb64" providerId="LiveId" clId="{E552F9B3-3BF8-4351-99DA-0B4D0EEE38BF}" dt="2019-07-14T14:57:45.901" v="45"/>
        <pc:sldMkLst>
          <pc:docMk/>
          <pc:sldMk cId="1653694034" sldId="269"/>
        </pc:sldMkLst>
      </pc:sldChg>
      <pc:sldChg chg="addSp delSp modSp ord">
        <pc:chgData name="Marcin Bartosiak" userId="d01ed0f4ecfdbb64" providerId="LiveId" clId="{E552F9B3-3BF8-4351-99DA-0B4D0EEE38BF}" dt="2019-07-14T15:05:08.584" v="194"/>
        <pc:sldMkLst>
          <pc:docMk/>
          <pc:sldMk cId="245249472" sldId="274"/>
        </pc:sldMkLst>
        <pc:spChg chg="mod">
          <ac:chgData name="Marcin Bartosiak" userId="d01ed0f4ecfdbb64" providerId="LiveId" clId="{E552F9B3-3BF8-4351-99DA-0B4D0EEE38BF}" dt="2019-07-14T15:00:44.547" v="98" actId="255"/>
          <ac:spMkLst>
            <pc:docMk/>
            <pc:sldMk cId="245249472" sldId="274"/>
            <ac:spMk id="2" creationId="{6EC31D9F-4411-441E-86CC-CB47B9B4D46F}"/>
          </ac:spMkLst>
        </pc:spChg>
        <pc:spChg chg="del">
          <ac:chgData name="Marcin Bartosiak" userId="d01ed0f4ecfdbb64" providerId="LiveId" clId="{E552F9B3-3BF8-4351-99DA-0B4D0EEE38BF}" dt="2019-07-14T15:00:53.067" v="99" actId="478"/>
          <ac:spMkLst>
            <pc:docMk/>
            <pc:sldMk cId="245249472" sldId="274"/>
            <ac:spMk id="3" creationId="{80E919B8-20DF-48F8-9DAC-19AC640D9A3F}"/>
          </ac:spMkLst>
        </pc:spChg>
        <pc:spChg chg="add mod">
          <ac:chgData name="Marcin Bartosiak" userId="d01ed0f4ecfdbb64" providerId="LiveId" clId="{E552F9B3-3BF8-4351-99DA-0B4D0EEE38BF}" dt="2019-07-14T15:05:08.584" v="194"/>
          <ac:spMkLst>
            <pc:docMk/>
            <pc:sldMk cId="245249472" sldId="274"/>
            <ac:spMk id="5" creationId="{46454C49-6293-443A-BD51-BD8FCB356EB3}"/>
          </ac:spMkLst>
        </pc:spChg>
        <pc:graphicFrameChg chg="add modGraphic">
          <ac:chgData name="Marcin Bartosiak" userId="d01ed0f4ecfdbb64" providerId="LiveId" clId="{E552F9B3-3BF8-4351-99DA-0B4D0EEE38BF}" dt="2019-07-14T15:01:01.928" v="101" actId="207"/>
          <ac:graphicFrameMkLst>
            <pc:docMk/>
            <pc:sldMk cId="245249472" sldId="274"/>
            <ac:graphicFrameMk id="4" creationId="{FF489755-EF8B-4C8C-8541-E461EE755F6F}"/>
          </ac:graphicFrameMkLst>
        </pc:graphicFrameChg>
      </pc:sldChg>
      <pc:sldChg chg="addSp delSp modSp ord">
        <pc:chgData name="Marcin Bartosiak" userId="d01ed0f4ecfdbb64" providerId="LiveId" clId="{E552F9B3-3BF8-4351-99DA-0B4D0EEE38BF}" dt="2019-07-14T15:12:30.247" v="221"/>
        <pc:sldMkLst>
          <pc:docMk/>
          <pc:sldMk cId="2180310611" sldId="275"/>
        </pc:sldMkLst>
        <pc:spChg chg="add del">
          <ac:chgData name="Marcin Bartosiak" userId="d01ed0f4ecfdbb64" providerId="LiveId" clId="{E552F9B3-3BF8-4351-99DA-0B4D0EEE38BF}" dt="2019-07-14T15:12:09.294" v="219"/>
          <ac:spMkLst>
            <pc:docMk/>
            <pc:sldMk cId="2180310611" sldId="275"/>
            <ac:spMk id="3" creationId="{97A1608B-4D42-41AC-BCC3-6D1B880A6C24}"/>
          </ac:spMkLst>
        </pc:spChg>
        <pc:spChg chg="add mod">
          <ac:chgData name="Marcin Bartosiak" userId="d01ed0f4ecfdbb64" providerId="LiveId" clId="{E552F9B3-3BF8-4351-99DA-0B4D0EEE38BF}" dt="2019-07-14T15:12:30.247" v="221"/>
          <ac:spMkLst>
            <pc:docMk/>
            <pc:sldMk cId="2180310611" sldId="275"/>
            <ac:spMk id="4" creationId="{937E49ED-8C7D-46AE-8881-C65DE7912C25}"/>
          </ac:spMkLst>
        </pc:spChg>
        <pc:graphicFrameChg chg="add mod">
          <ac:chgData name="Marcin Bartosiak" userId="d01ed0f4ecfdbb64" providerId="LiveId" clId="{E552F9B3-3BF8-4351-99DA-0B4D0EEE38BF}" dt="2019-07-14T15:10:43.686" v="213" actId="207"/>
          <ac:graphicFrameMkLst>
            <pc:docMk/>
            <pc:sldMk cId="2180310611" sldId="275"/>
            <ac:graphicFrameMk id="2" creationId="{270941C5-7924-48BE-B5E5-3525EE0AA260}"/>
          </ac:graphicFrameMkLst>
        </pc:graphicFrameChg>
      </pc:sldChg>
      <pc:sldChg chg="addSp modSp ord">
        <pc:chgData name="Marcin Bartosiak" userId="d01ed0f4ecfdbb64" providerId="LiveId" clId="{E552F9B3-3BF8-4351-99DA-0B4D0EEE38BF}" dt="2019-07-14T15:12:34.957" v="222"/>
        <pc:sldMkLst>
          <pc:docMk/>
          <pc:sldMk cId="317265882" sldId="276"/>
        </pc:sldMkLst>
        <pc:spChg chg="add">
          <ac:chgData name="Marcin Bartosiak" userId="d01ed0f4ecfdbb64" providerId="LiveId" clId="{E552F9B3-3BF8-4351-99DA-0B4D0EEE38BF}" dt="2019-07-14T15:12:34.957" v="222"/>
          <ac:spMkLst>
            <pc:docMk/>
            <pc:sldMk cId="317265882" sldId="276"/>
            <ac:spMk id="3" creationId="{FA0252CD-824F-480D-8836-D7D6081BE913}"/>
          </ac:spMkLst>
        </pc:spChg>
        <pc:graphicFrameChg chg="add mod">
          <ac:chgData name="Marcin Bartosiak" userId="d01ed0f4ecfdbb64" providerId="LiveId" clId="{E552F9B3-3BF8-4351-99DA-0B4D0EEE38BF}" dt="2019-07-14T15:11:31.199" v="215" actId="207"/>
          <ac:graphicFrameMkLst>
            <pc:docMk/>
            <pc:sldMk cId="317265882" sldId="276"/>
            <ac:graphicFrameMk id="2" creationId="{4E88C1D6-06A2-43AB-B127-8EFE577F7189}"/>
          </ac:graphicFrameMkLst>
        </pc:graphicFrameChg>
      </pc:sldChg>
      <pc:sldChg chg="modSp">
        <pc:chgData name="Marcin Bartosiak" userId="d01ed0f4ecfdbb64" providerId="LiveId" clId="{E552F9B3-3BF8-4351-99DA-0B4D0EEE38BF}" dt="2019-07-14T14:52:21.737" v="34" actId="13926"/>
        <pc:sldMkLst>
          <pc:docMk/>
          <pc:sldMk cId="983972306" sldId="296"/>
        </pc:sldMkLst>
        <pc:spChg chg="mod">
          <ac:chgData name="Marcin Bartosiak" userId="d01ed0f4ecfdbb64" providerId="LiveId" clId="{E552F9B3-3BF8-4351-99DA-0B4D0EEE38BF}" dt="2019-07-14T14:52:21.737" v="34" actId="13926"/>
          <ac:spMkLst>
            <pc:docMk/>
            <pc:sldMk cId="983972306" sldId="296"/>
            <ac:spMk id="3" creationId="{51AAF18C-6608-437A-A980-BA9B377BED7F}"/>
          </ac:spMkLst>
        </pc:spChg>
      </pc:sldChg>
      <pc:sldChg chg="modSp">
        <pc:chgData name="Marcin Bartosiak" userId="d01ed0f4ecfdbb64" providerId="LiveId" clId="{E552F9B3-3BF8-4351-99DA-0B4D0EEE38BF}" dt="2019-07-14T14:52:50.202" v="36" actId="27636"/>
        <pc:sldMkLst>
          <pc:docMk/>
          <pc:sldMk cId="807570640" sldId="297"/>
        </pc:sldMkLst>
        <pc:picChg chg="mod">
          <ac:chgData name="Marcin Bartosiak" userId="d01ed0f4ecfdbb64" providerId="LiveId" clId="{E552F9B3-3BF8-4351-99DA-0B4D0EEE38BF}" dt="2019-07-14T14:52:50.202" v="36" actId="27636"/>
          <ac:picMkLst>
            <pc:docMk/>
            <pc:sldMk cId="807570640" sldId="297"/>
            <ac:picMk id="4" creationId="{30CB889F-7FA4-4CAE-9B07-28E4B45978A5}"/>
          </ac:picMkLst>
        </pc:picChg>
      </pc:sldChg>
      <pc:sldChg chg="modSp">
        <pc:chgData name="Marcin Bartosiak" userId="d01ed0f4ecfdbb64" providerId="LiveId" clId="{E552F9B3-3BF8-4351-99DA-0B4D0EEE38BF}" dt="2019-07-14T14:52:55.597" v="37" actId="14100"/>
        <pc:sldMkLst>
          <pc:docMk/>
          <pc:sldMk cId="1190688742" sldId="298"/>
        </pc:sldMkLst>
        <pc:picChg chg="mod">
          <ac:chgData name="Marcin Bartosiak" userId="d01ed0f4ecfdbb64" providerId="LiveId" clId="{E552F9B3-3BF8-4351-99DA-0B4D0EEE38BF}" dt="2019-07-14T14:52:55.597" v="37" actId="14100"/>
          <ac:picMkLst>
            <pc:docMk/>
            <pc:sldMk cId="1190688742" sldId="298"/>
            <ac:picMk id="6" creationId="{9700A639-F9E8-4FCB-B6E6-BEC4660DDFB6}"/>
          </ac:picMkLst>
        </pc:picChg>
      </pc:sldChg>
      <pc:sldChg chg="modSp">
        <pc:chgData name="Marcin Bartosiak" userId="d01ed0f4ecfdbb64" providerId="LiveId" clId="{E552F9B3-3BF8-4351-99DA-0B4D0EEE38BF}" dt="2019-07-14T14:53:12.887" v="43" actId="1035"/>
        <pc:sldMkLst>
          <pc:docMk/>
          <pc:sldMk cId="982059945" sldId="301"/>
        </pc:sldMkLst>
        <pc:spChg chg="mod">
          <ac:chgData name="Marcin Bartosiak" userId="d01ed0f4ecfdbb64" providerId="LiveId" clId="{E552F9B3-3BF8-4351-99DA-0B4D0EEE38BF}" dt="2019-07-14T14:53:12.887" v="43" actId="1035"/>
          <ac:spMkLst>
            <pc:docMk/>
            <pc:sldMk cId="982059945" sldId="301"/>
            <ac:spMk id="3" creationId="{5376AD11-B0DE-419F-831F-AE7B1B4DA688}"/>
          </ac:spMkLst>
        </pc:spChg>
      </pc:sldChg>
      <pc:sldChg chg="modSp">
        <pc:chgData name="Marcin Bartosiak" userId="d01ed0f4ecfdbb64" providerId="LiveId" clId="{E552F9B3-3BF8-4351-99DA-0B4D0EEE38BF}" dt="2019-07-14T14:53:20.068" v="44" actId="20577"/>
        <pc:sldMkLst>
          <pc:docMk/>
          <pc:sldMk cId="3969929850" sldId="303"/>
        </pc:sldMkLst>
        <pc:spChg chg="mod">
          <ac:chgData name="Marcin Bartosiak" userId="d01ed0f4ecfdbb64" providerId="LiveId" clId="{E552F9B3-3BF8-4351-99DA-0B4D0EEE38BF}" dt="2019-07-14T14:53:20.068" v="44" actId="20577"/>
          <ac:spMkLst>
            <pc:docMk/>
            <pc:sldMk cId="3969929850" sldId="303"/>
            <ac:spMk id="3" creationId="{5376AD11-B0DE-419F-831F-AE7B1B4DA688}"/>
          </ac:spMkLst>
        </pc:spChg>
      </pc:sldChg>
      <pc:sldChg chg="modSp ord">
        <pc:chgData name="Marcin Bartosiak" userId="d01ed0f4ecfdbb64" providerId="LiveId" clId="{E552F9B3-3BF8-4351-99DA-0B4D0EEE38BF}" dt="2019-07-14T14:58:43.743" v="51" actId="1076"/>
        <pc:sldMkLst>
          <pc:docMk/>
          <pc:sldMk cId="1142536149" sldId="321"/>
        </pc:sldMkLst>
        <pc:spChg chg="mod">
          <ac:chgData name="Marcin Bartosiak" userId="d01ed0f4ecfdbb64" providerId="LiveId" clId="{E552F9B3-3BF8-4351-99DA-0B4D0EEE38BF}" dt="2019-07-14T14:58:43.743" v="51" actId="1076"/>
          <ac:spMkLst>
            <pc:docMk/>
            <pc:sldMk cId="1142536149" sldId="321"/>
            <ac:spMk id="2" creationId="{EEEAC1D3-D8AF-46BF-ACBE-7973AFD929EC}"/>
          </ac:spMkLst>
        </pc:spChg>
        <pc:spChg chg="mod">
          <ac:chgData name="Marcin Bartosiak" userId="d01ed0f4ecfdbb64" providerId="LiveId" clId="{E552F9B3-3BF8-4351-99DA-0B4D0EEE38BF}" dt="2019-07-14T14:58:41.792" v="50" actId="404"/>
          <ac:spMkLst>
            <pc:docMk/>
            <pc:sldMk cId="1142536149" sldId="321"/>
            <ac:spMk id="9" creationId="{CB66BB81-4A97-45E8-9BED-6AE071964A45}"/>
          </ac:spMkLst>
        </pc:spChg>
      </pc:sldChg>
      <pc:sldChg chg="add">
        <pc:chgData name="Marcin Bartosiak" userId="d01ed0f4ecfdbb64" providerId="LiveId" clId="{E552F9B3-3BF8-4351-99DA-0B4D0EEE38BF}" dt="2019-07-14T14:58:01.160" v="47"/>
        <pc:sldMkLst>
          <pc:docMk/>
          <pc:sldMk cId="837473074" sldId="356"/>
        </pc:sldMkLst>
      </pc:sldChg>
      <pc:sldChg chg="addSp delSp modSp add ord">
        <pc:chgData name="Marcin Bartosiak" userId="d01ed0f4ecfdbb64" providerId="LiveId" clId="{E552F9B3-3BF8-4351-99DA-0B4D0EEE38BF}" dt="2019-07-14T15:03:40.099" v="129" actId="1037"/>
        <pc:sldMkLst>
          <pc:docMk/>
          <pc:sldMk cId="2753124387" sldId="358"/>
        </pc:sldMkLst>
        <pc:spChg chg="del">
          <ac:chgData name="Marcin Bartosiak" userId="d01ed0f4ecfdbb64" providerId="LiveId" clId="{E552F9B3-3BF8-4351-99DA-0B4D0EEE38BF}" dt="2019-07-14T15:02:44.175" v="113" actId="478"/>
          <ac:spMkLst>
            <pc:docMk/>
            <pc:sldMk cId="2753124387" sldId="358"/>
            <ac:spMk id="5" creationId="{46454C49-6293-443A-BD51-BD8FCB356EB3}"/>
          </ac:spMkLst>
        </pc:spChg>
        <pc:spChg chg="add del mod">
          <ac:chgData name="Marcin Bartosiak" userId="d01ed0f4ecfdbb64" providerId="LiveId" clId="{E552F9B3-3BF8-4351-99DA-0B4D0EEE38BF}" dt="2019-07-14T15:02:42.248" v="112" actId="478"/>
          <ac:spMkLst>
            <pc:docMk/>
            <pc:sldMk cId="2753124387" sldId="358"/>
            <ac:spMk id="6" creationId="{E6CE8643-33CF-4ABC-B158-9FFAA879F0A6}"/>
          </ac:spMkLst>
        </pc:spChg>
        <pc:spChg chg="add mod">
          <ac:chgData name="Marcin Bartosiak" userId="d01ed0f4ecfdbb64" providerId="LiveId" clId="{E552F9B3-3BF8-4351-99DA-0B4D0EEE38BF}" dt="2019-07-14T15:03:40.099" v="129" actId="1037"/>
          <ac:spMkLst>
            <pc:docMk/>
            <pc:sldMk cId="2753124387" sldId="358"/>
            <ac:spMk id="8" creationId="{8C7F56E0-1543-4FD1-8662-1337C92AE859}"/>
          </ac:spMkLst>
        </pc:spChg>
        <pc:graphicFrameChg chg="del">
          <ac:chgData name="Marcin Bartosiak" userId="d01ed0f4ecfdbb64" providerId="LiveId" clId="{E552F9B3-3BF8-4351-99DA-0B4D0EEE38BF}" dt="2019-07-14T15:02:34.855" v="111" actId="478"/>
          <ac:graphicFrameMkLst>
            <pc:docMk/>
            <pc:sldMk cId="2753124387" sldId="358"/>
            <ac:graphicFrameMk id="4" creationId="{FF489755-EF8B-4C8C-8541-E461EE755F6F}"/>
          </ac:graphicFrameMkLst>
        </pc:graphicFrameChg>
        <pc:picChg chg="add">
          <ac:chgData name="Marcin Bartosiak" userId="d01ed0f4ecfdbb64" providerId="LiveId" clId="{E552F9B3-3BF8-4351-99DA-0B4D0EEE38BF}" dt="2019-07-14T15:02:59.269" v="115"/>
          <ac:picMkLst>
            <pc:docMk/>
            <pc:sldMk cId="2753124387" sldId="358"/>
            <ac:picMk id="7" creationId="{D92C3B38-34DF-4FD9-BFDD-4D8C96D246B4}"/>
          </ac:picMkLst>
        </pc:picChg>
      </pc:sldChg>
      <pc:sldChg chg="addSp delSp modSp add">
        <pc:chgData name="Marcin Bartosiak" userId="d01ed0f4ecfdbb64" providerId="LiveId" clId="{E552F9B3-3BF8-4351-99DA-0B4D0EEE38BF}" dt="2019-07-14T15:04:24.026" v="187" actId="1037"/>
        <pc:sldMkLst>
          <pc:docMk/>
          <pc:sldMk cId="3754772968" sldId="359"/>
        </pc:sldMkLst>
        <pc:spChg chg="add del mod">
          <ac:chgData name="Marcin Bartosiak" userId="d01ed0f4ecfdbb64" providerId="LiveId" clId="{E552F9B3-3BF8-4351-99DA-0B4D0EEE38BF}" dt="2019-07-14T15:04:02.750" v="134" actId="478"/>
          <ac:spMkLst>
            <pc:docMk/>
            <pc:sldMk cId="3754772968" sldId="359"/>
            <ac:spMk id="4" creationId="{58080C3D-D5CC-44F5-BF50-038B60E56D2B}"/>
          </ac:spMkLst>
        </pc:spChg>
        <pc:spChg chg="mod">
          <ac:chgData name="Marcin Bartosiak" userId="d01ed0f4ecfdbb64" providerId="LiveId" clId="{E552F9B3-3BF8-4351-99DA-0B4D0EEE38BF}" dt="2019-07-14T15:04:24.026" v="187" actId="1037"/>
          <ac:spMkLst>
            <pc:docMk/>
            <pc:sldMk cId="3754772968" sldId="359"/>
            <ac:spMk id="8" creationId="{8C7F56E0-1543-4FD1-8662-1337C92AE859}"/>
          </ac:spMkLst>
        </pc:spChg>
        <pc:picChg chg="add">
          <ac:chgData name="Marcin Bartosiak" userId="d01ed0f4ecfdbb64" providerId="LiveId" clId="{E552F9B3-3BF8-4351-99DA-0B4D0EEE38BF}" dt="2019-07-14T15:03:57.758" v="132"/>
          <ac:picMkLst>
            <pc:docMk/>
            <pc:sldMk cId="3754772968" sldId="359"/>
            <ac:picMk id="5" creationId="{DD108973-1E98-4663-9E28-95FA9BAED7B8}"/>
          </ac:picMkLst>
        </pc:picChg>
        <pc:picChg chg="del">
          <ac:chgData name="Marcin Bartosiak" userId="d01ed0f4ecfdbb64" providerId="LiveId" clId="{E552F9B3-3BF8-4351-99DA-0B4D0EEE38BF}" dt="2019-07-14T15:04:00.302" v="133" actId="478"/>
          <ac:picMkLst>
            <pc:docMk/>
            <pc:sldMk cId="3754772968" sldId="359"/>
            <ac:picMk id="7" creationId="{D92C3B38-34DF-4FD9-BFDD-4D8C96D246B4}"/>
          </ac:picMkLst>
        </pc:picChg>
      </pc:sldChg>
      <pc:sldChg chg="addSp delSp modSp add">
        <pc:chgData name="Marcin Bartosiak" userId="d01ed0f4ecfdbb64" providerId="LiveId" clId="{E552F9B3-3BF8-4351-99DA-0B4D0EEE38BF}" dt="2019-07-14T15:05:29.935" v="198" actId="1076"/>
        <pc:sldMkLst>
          <pc:docMk/>
          <pc:sldMk cId="3684922936" sldId="360"/>
        </pc:sldMkLst>
        <pc:spChg chg="add mod">
          <ac:chgData name="Marcin Bartosiak" userId="d01ed0f4ecfdbb64" providerId="LiveId" clId="{E552F9B3-3BF8-4351-99DA-0B4D0EEE38BF}" dt="2019-07-14T15:05:29.935" v="198" actId="1076"/>
          <ac:spMkLst>
            <pc:docMk/>
            <pc:sldMk cId="3684922936" sldId="360"/>
            <ac:spMk id="7" creationId="{151D3061-0BFC-4AA1-9F7D-5D18837EC6F1}"/>
          </ac:spMkLst>
        </pc:spChg>
        <pc:spChg chg="del mod">
          <ac:chgData name="Marcin Bartosiak" userId="d01ed0f4ecfdbb64" providerId="LiveId" clId="{E552F9B3-3BF8-4351-99DA-0B4D0EEE38BF}" dt="2019-07-14T15:05:19.318" v="196" actId="478"/>
          <ac:spMkLst>
            <pc:docMk/>
            <pc:sldMk cId="3684922936" sldId="360"/>
            <ac:spMk id="8" creationId="{8C7F56E0-1543-4FD1-8662-1337C92AE859}"/>
          </ac:spMkLst>
        </pc:spChg>
        <pc:picChg chg="del">
          <ac:chgData name="Marcin Bartosiak" userId="d01ed0f4ecfdbb64" providerId="LiveId" clId="{E552F9B3-3BF8-4351-99DA-0B4D0EEE38BF}" dt="2019-07-14T15:04:43.775" v="191" actId="478"/>
          <ac:picMkLst>
            <pc:docMk/>
            <pc:sldMk cId="3684922936" sldId="360"/>
            <ac:picMk id="5" creationId="{DD108973-1E98-4663-9E28-95FA9BAED7B8}"/>
          </ac:picMkLst>
        </pc:picChg>
        <pc:picChg chg="add">
          <ac:chgData name="Marcin Bartosiak" userId="d01ed0f4ecfdbb64" providerId="LiveId" clId="{E552F9B3-3BF8-4351-99DA-0B4D0EEE38BF}" dt="2019-07-14T15:04:54.320" v="192"/>
          <ac:picMkLst>
            <pc:docMk/>
            <pc:sldMk cId="3684922936" sldId="360"/>
            <ac:picMk id="6" creationId="{6CA8B8EB-3177-4C38-AF43-654FB5B210DE}"/>
          </ac:picMkLst>
        </pc:picChg>
      </pc:sldChg>
      <pc:sldChg chg="addSp delSp modSp add">
        <pc:chgData name="Marcin Bartosiak" userId="d01ed0f4ecfdbb64" providerId="LiveId" clId="{E552F9B3-3BF8-4351-99DA-0B4D0EEE38BF}" dt="2019-07-14T15:07:36.547" v="209" actId="27636"/>
        <pc:sldMkLst>
          <pc:docMk/>
          <pc:sldMk cId="3915533703" sldId="361"/>
        </pc:sldMkLst>
        <pc:spChg chg="mod">
          <ac:chgData name="Marcin Bartosiak" userId="d01ed0f4ecfdbb64" providerId="LiveId" clId="{E552F9B3-3BF8-4351-99DA-0B4D0EEE38BF}" dt="2019-07-14T15:06:52.102" v="203"/>
          <ac:spMkLst>
            <pc:docMk/>
            <pc:sldMk cId="3915533703" sldId="361"/>
            <ac:spMk id="2" creationId="{6EC31D9F-4411-441E-86CC-CB47B9B4D46F}"/>
          </ac:spMkLst>
        </pc:spChg>
        <pc:spChg chg="add mod">
          <ac:chgData name="Marcin Bartosiak" userId="d01ed0f4ecfdbb64" providerId="LiveId" clId="{E552F9B3-3BF8-4351-99DA-0B4D0EEE38BF}" dt="2019-07-14T15:07:36.547" v="209" actId="27636"/>
          <ac:spMkLst>
            <pc:docMk/>
            <pc:sldMk cId="3915533703" sldId="361"/>
            <ac:spMk id="5" creationId="{4C80A16E-21A0-487E-9D0D-FF6D15618F01}"/>
          </ac:spMkLst>
        </pc:spChg>
        <pc:spChg chg="del">
          <ac:chgData name="Marcin Bartosiak" userId="d01ed0f4ecfdbb64" providerId="LiveId" clId="{E552F9B3-3BF8-4351-99DA-0B4D0EEE38BF}" dt="2019-07-14T15:06:34.902" v="201" actId="478"/>
          <ac:spMkLst>
            <pc:docMk/>
            <pc:sldMk cId="3915533703" sldId="361"/>
            <ac:spMk id="7" creationId="{151D3061-0BFC-4AA1-9F7D-5D18837EC6F1}"/>
          </ac:spMkLst>
        </pc:spChg>
        <pc:picChg chg="del">
          <ac:chgData name="Marcin Bartosiak" userId="d01ed0f4ecfdbb64" providerId="LiveId" clId="{E552F9B3-3BF8-4351-99DA-0B4D0EEE38BF}" dt="2019-07-14T15:06:36.318" v="202" actId="478"/>
          <ac:picMkLst>
            <pc:docMk/>
            <pc:sldMk cId="3915533703" sldId="361"/>
            <ac:picMk id="6" creationId="{6CA8B8EB-3177-4C38-AF43-654FB5B210DE}"/>
          </ac:picMkLst>
        </pc:picChg>
      </pc:sldChg>
      <pc:sldChg chg="addSp modSp add">
        <pc:chgData name="Marcin Bartosiak" userId="d01ed0f4ecfdbb64" providerId="LiveId" clId="{E552F9B3-3BF8-4351-99DA-0B4D0EEE38BF}" dt="2019-07-14T15:12:37.295" v="223"/>
        <pc:sldMkLst>
          <pc:docMk/>
          <pc:sldMk cId="3435365616" sldId="362"/>
        </pc:sldMkLst>
        <pc:spChg chg="add">
          <ac:chgData name="Marcin Bartosiak" userId="d01ed0f4ecfdbb64" providerId="LiveId" clId="{E552F9B3-3BF8-4351-99DA-0B4D0EEE38BF}" dt="2019-07-14T15:12:37.295" v="223"/>
          <ac:spMkLst>
            <pc:docMk/>
            <pc:sldMk cId="3435365616" sldId="362"/>
            <ac:spMk id="3" creationId="{EA9073B0-2C94-4610-8440-C901E3124D9B}"/>
          </ac:spMkLst>
        </pc:spChg>
        <pc:graphicFrameChg chg="add mod">
          <ac:chgData name="Marcin Bartosiak" userId="d01ed0f4ecfdbb64" providerId="LiveId" clId="{E552F9B3-3BF8-4351-99DA-0B4D0EEE38BF}" dt="2019-07-14T15:11:57.141" v="217" actId="207"/>
          <ac:graphicFrameMkLst>
            <pc:docMk/>
            <pc:sldMk cId="3435365616" sldId="362"/>
            <ac:graphicFrameMk id="2" creationId="{9377F30E-2172-4FD1-B86F-86C161CAB039}"/>
          </ac:graphicFrameMkLst>
        </pc:graphicFrameChg>
      </pc:sldChg>
      <pc:sldChg chg="addSp delSp modSp add ord modNotesTx">
        <pc:chgData name="Marcin Bartosiak" userId="d01ed0f4ecfdbb64" providerId="LiveId" clId="{E552F9B3-3BF8-4351-99DA-0B4D0EEE38BF}" dt="2019-07-14T15:14:23.514" v="258" actId="20577"/>
        <pc:sldMkLst>
          <pc:docMk/>
          <pc:sldMk cId="669027749" sldId="363"/>
        </pc:sldMkLst>
        <pc:spChg chg="mod">
          <ac:chgData name="Marcin Bartosiak" userId="d01ed0f4ecfdbb64" providerId="LiveId" clId="{E552F9B3-3BF8-4351-99DA-0B4D0EEE38BF}" dt="2019-07-14T15:14:15.399" v="257" actId="20577"/>
          <ac:spMkLst>
            <pc:docMk/>
            <pc:sldMk cId="669027749" sldId="363"/>
            <ac:spMk id="2" creationId="{6EC31D9F-4411-441E-86CC-CB47B9B4D46F}"/>
          </ac:spMkLst>
        </pc:spChg>
        <pc:spChg chg="del">
          <ac:chgData name="Marcin Bartosiak" userId="d01ed0f4ecfdbb64" providerId="LiveId" clId="{E552F9B3-3BF8-4351-99DA-0B4D0EEE38BF}" dt="2019-07-14T15:13:15.205" v="230" actId="478"/>
          <ac:spMkLst>
            <pc:docMk/>
            <pc:sldMk cId="669027749" sldId="363"/>
            <ac:spMk id="5" creationId="{46454C49-6293-443A-BD51-BD8FCB356EB3}"/>
          </ac:spMkLst>
        </pc:spChg>
        <pc:spChg chg="add del mod">
          <ac:chgData name="Marcin Bartosiak" userId="d01ed0f4ecfdbb64" providerId="LiveId" clId="{E552F9B3-3BF8-4351-99DA-0B4D0EEE38BF}" dt="2019-07-14T15:13:13.523" v="229" actId="478"/>
          <ac:spMkLst>
            <pc:docMk/>
            <pc:sldMk cId="669027749" sldId="363"/>
            <ac:spMk id="6" creationId="{BCA0C80E-8AB5-4760-ADB4-937C6F86E678}"/>
          </ac:spMkLst>
        </pc:spChg>
        <pc:graphicFrameChg chg="del">
          <ac:chgData name="Marcin Bartosiak" userId="d01ed0f4ecfdbb64" providerId="LiveId" clId="{E552F9B3-3BF8-4351-99DA-0B4D0EEE38BF}" dt="2019-07-14T15:13:08.198" v="228" actId="478"/>
          <ac:graphicFrameMkLst>
            <pc:docMk/>
            <pc:sldMk cId="669027749" sldId="363"/>
            <ac:graphicFrameMk id="4" creationId="{FF489755-EF8B-4C8C-8541-E461EE755F6F}"/>
          </ac:graphicFrameMkLst>
        </pc:graphicFrameChg>
      </pc:sldChg>
      <pc:sldChg chg="modSp add ord">
        <pc:chgData name="Marcin Bartosiak" userId="d01ed0f4ecfdbb64" providerId="LiveId" clId="{E552F9B3-3BF8-4351-99DA-0B4D0EEE38BF}" dt="2019-07-14T15:18:02.701" v="264" actId="27636"/>
        <pc:sldMkLst>
          <pc:docMk/>
          <pc:sldMk cId="3255636573" sldId="364"/>
        </pc:sldMkLst>
        <pc:spChg chg="mod">
          <ac:chgData name="Marcin Bartosiak" userId="d01ed0f4ecfdbb64" providerId="LiveId" clId="{E552F9B3-3BF8-4351-99DA-0B4D0EEE38BF}" dt="2019-07-14T15:18:02.701" v="264" actId="27636"/>
          <ac:spMkLst>
            <pc:docMk/>
            <pc:sldMk cId="3255636573" sldId="364"/>
            <ac:spMk id="3" creationId="{5376AD11-B0DE-419F-831F-AE7B1B4DA688}"/>
          </ac:spMkLst>
        </pc:spChg>
      </pc:sldChg>
      <pc:sldChg chg="addSp delSp modSp add">
        <pc:chgData name="Marcin Bartosiak" userId="d01ed0f4ecfdbb64" providerId="LiveId" clId="{E552F9B3-3BF8-4351-99DA-0B4D0EEE38BF}" dt="2019-07-14T15:20:12.369" v="367"/>
        <pc:sldMkLst>
          <pc:docMk/>
          <pc:sldMk cId="3325877721" sldId="365"/>
        </pc:sldMkLst>
        <pc:spChg chg="mod">
          <ac:chgData name="Marcin Bartosiak" userId="d01ed0f4ecfdbb64" providerId="LiveId" clId="{E552F9B3-3BF8-4351-99DA-0B4D0EEE38BF}" dt="2019-07-14T15:18:54.723" v="294" actId="20577"/>
          <ac:spMkLst>
            <pc:docMk/>
            <pc:sldMk cId="3325877721" sldId="365"/>
            <ac:spMk id="2" creationId="{F232B7D3-D949-4C5C-AD47-4982F692395B}"/>
          </ac:spMkLst>
        </pc:spChg>
        <pc:spChg chg="del">
          <ac:chgData name="Marcin Bartosiak" userId="d01ed0f4ecfdbb64" providerId="LiveId" clId="{E552F9B3-3BF8-4351-99DA-0B4D0EEE38BF}" dt="2019-07-14T15:19:05.887" v="295" actId="478"/>
          <ac:spMkLst>
            <pc:docMk/>
            <pc:sldMk cId="3325877721" sldId="365"/>
            <ac:spMk id="3" creationId="{5376AD11-B0DE-419F-831F-AE7B1B4DA688}"/>
          </ac:spMkLst>
        </pc:spChg>
        <pc:spChg chg="add del mod">
          <ac:chgData name="Marcin Bartosiak" userId="d01ed0f4ecfdbb64" providerId="LiveId" clId="{E552F9B3-3BF8-4351-99DA-0B4D0EEE38BF}" dt="2019-07-14T15:19:08.192" v="296" actId="478"/>
          <ac:spMkLst>
            <pc:docMk/>
            <pc:sldMk cId="3325877721" sldId="365"/>
            <ac:spMk id="5" creationId="{0206E2A8-43FB-42A4-A9DC-513194621EDE}"/>
          </ac:spMkLst>
        </pc:spChg>
        <pc:graphicFrameChg chg="add mod modGraphic">
          <ac:chgData name="Marcin Bartosiak" userId="d01ed0f4ecfdbb64" providerId="LiveId" clId="{E552F9B3-3BF8-4351-99DA-0B4D0EEE38BF}" dt="2019-07-14T15:20:12.369" v="367"/>
          <ac:graphicFrameMkLst>
            <pc:docMk/>
            <pc:sldMk cId="3325877721" sldId="365"/>
            <ac:graphicFrameMk id="6" creationId="{92EF8C9F-D4A0-4BE6-8F6C-E8331892B090}"/>
          </ac:graphicFrameMkLst>
        </pc:graphicFrameChg>
      </pc:sldChg>
      <pc:sldChg chg="addSp delSp modSp add ord">
        <pc:chgData name="Marcin Bartosiak" userId="d01ed0f4ecfdbb64" providerId="LiveId" clId="{E552F9B3-3BF8-4351-99DA-0B4D0EEE38BF}" dt="2019-07-14T15:21:31.150" v="385"/>
        <pc:sldMkLst>
          <pc:docMk/>
          <pc:sldMk cId="2584379229" sldId="366"/>
        </pc:sldMkLst>
        <pc:spChg chg="mod">
          <ac:chgData name="Marcin Bartosiak" userId="d01ed0f4ecfdbb64" providerId="LiveId" clId="{E552F9B3-3BF8-4351-99DA-0B4D0EEE38BF}" dt="2019-07-14T15:21:26.210" v="384" actId="20577"/>
          <ac:spMkLst>
            <pc:docMk/>
            <pc:sldMk cId="2584379229" sldId="366"/>
            <ac:spMk id="2" creationId="{F232B7D3-D949-4C5C-AD47-4982F692395B}"/>
          </ac:spMkLst>
        </pc:spChg>
        <pc:spChg chg="del">
          <ac:chgData name="Marcin Bartosiak" userId="d01ed0f4ecfdbb64" providerId="LiveId" clId="{E552F9B3-3BF8-4351-99DA-0B4D0EEE38BF}" dt="2019-07-14T15:21:07.065" v="369" actId="478"/>
          <ac:spMkLst>
            <pc:docMk/>
            <pc:sldMk cId="2584379229" sldId="366"/>
            <ac:spMk id="3" creationId="{5376AD11-B0DE-419F-831F-AE7B1B4DA688}"/>
          </ac:spMkLst>
        </pc:spChg>
        <pc:spChg chg="add del mod">
          <ac:chgData name="Marcin Bartosiak" userId="d01ed0f4ecfdbb64" providerId="LiveId" clId="{E552F9B3-3BF8-4351-99DA-0B4D0EEE38BF}" dt="2019-07-14T15:21:08.602" v="370" actId="478"/>
          <ac:spMkLst>
            <pc:docMk/>
            <pc:sldMk cId="2584379229" sldId="366"/>
            <ac:spMk id="5" creationId="{B625C492-560A-44BB-9BAB-AB8FBA89B240}"/>
          </ac:spMkLst>
        </pc:spChg>
        <pc:picChg chg="add mod">
          <ac:chgData name="Marcin Bartosiak" userId="d01ed0f4ecfdbb64" providerId="LiveId" clId="{E552F9B3-3BF8-4351-99DA-0B4D0EEE38BF}" dt="2019-07-14T15:21:18.933" v="372" actId="14100"/>
          <ac:picMkLst>
            <pc:docMk/>
            <pc:sldMk cId="2584379229" sldId="366"/>
            <ac:picMk id="6" creationId="{8DC7F996-1BBE-4C4A-A204-12BF3D01130C}"/>
          </ac:picMkLst>
        </pc:picChg>
      </pc:sldChg>
      <pc:sldChg chg="modSp add">
        <pc:chgData name="Marcin Bartosiak" userId="d01ed0f4ecfdbb64" providerId="LiveId" clId="{E552F9B3-3BF8-4351-99DA-0B4D0EEE38BF}" dt="2019-07-14T15:22:02.919" v="418" actId="20577"/>
        <pc:sldMkLst>
          <pc:docMk/>
          <pc:sldMk cId="2066664418" sldId="367"/>
        </pc:sldMkLst>
        <pc:spChg chg="mod">
          <ac:chgData name="Marcin Bartosiak" userId="d01ed0f4ecfdbb64" providerId="LiveId" clId="{E552F9B3-3BF8-4351-99DA-0B4D0EEE38BF}" dt="2019-07-14T15:22:02.919" v="418" actId="20577"/>
          <ac:spMkLst>
            <pc:docMk/>
            <pc:sldMk cId="2066664418" sldId="367"/>
            <ac:spMk id="2" creationId="{F232B7D3-D949-4C5C-AD47-4982F692395B}"/>
          </ac:spMkLst>
        </pc:spChg>
        <pc:spChg chg="mod">
          <ac:chgData name="Marcin Bartosiak" userId="d01ed0f4ecfdbb64" providerId="LiveId" clId="{E552F9B3-3BF8-4351-99DA-0B4D0EEE38BF}" dt="2019-07-14T15:21:45.768" v="388" actId="27636"/>
          <ac:spMkLst>
            <pc:docMk/>
            <pc:sldMk cId="2066664418" sldId="367"/>
            <ac:spMk id="3" creationId="{5376AD11-B0DE-419F-831F-AE7B1B4DA688}"/>
          </ac:spMkLst>
        </pc:spChg>
      </pc:sldChg>
      <pc:sldChg chg="addSp delSp modSp add modNotesTx">
        <pc:chgData name="Marcin Bartosiak" userId="d01ed0f4ecfdbb64" providerId="LiveId" clId="{E552F9B3-3BF8-4351-99DA-0B4D0EEE38BF}" dt="2019-07-14T15:28:56.851" v="480" actId="20577"/>
        <pc:sldMkLst>
          <pc:docMk/>
          <pc:sldMk cId="1334091021" sldId="370"/>
        </pc:sldMkLst>
        <pc:spChg chg="mod">
          <ac:chgData name="Marcin Bartosiak" userId="d01ed0f4ecfdbb64" providerId="LiveId" clId="{E552F9B3-3BF8-4351-99DA-0B4D0EEE38BF}" dt="2019-07-14T15:25:09.312" v="440"/>
          <ac:spMkLst>
            <pc:docMk/>
            <pc:sldMk cId="1334091021" sldId="370"/>
            <ac:spMk id="2" creationId="{F232B7D3-D949-4C5C-AD47-4982F692395B}"/>
          </ac:spMkLst>
        </pc:spChg>
        <pc:spChg chg="add mod">
          <ac:chgData name="Marcin Bartosiak" userId="d01ed0f4ecfdbb64" providerId="LiveId" clId="{E552F9B3-3BF8-4351-99DA-0B4D0EEE38BF}" dt="2019-07-14T15:25:32.291" v="442" actId="2711"/>
          <ac:spMkLst>
            <pc:docMk/>
            <pc:sldMk cId="1334091021" sldId="370"/>
            <ac:spMk id="4" creationId="{31FCA960-8FE4-4F03-B120-76C4D6729B5C}"/>
          </ac:spMkLst>
        </pc:spChg>
        <pc:spChg chg="add mod">
          <ac:chgData name="Marcin Bartosiak" userId="d01ed0f4ecfdbb64" providerId="LiveId" clId="{E552F9B3-3BF8-4351-99DA-0B4D0EEE38BF}" dt="2019-07-14T15:25:54.046" v="445" actId="208"/>
          <ac:spMkLst>
            <pc:docMk/>
            <pc:sldMk cId="1334091021" sldId="370"/>
            <ac:spMk id="5" creationId="{7C5B2475-3AF9-40EF-85AC-A8C87F044993}"/>
          </ac:spMkLst>
        </pc:spChg>
        <pc:picChg chg="del">
          <ac:chgData name="Marcin Bartosiak" userId="d01ed0f4ecfdbb64" providerId="LiveId" clId="{E552F9B3-3BF8-4351-99DA-0B4D0EEE38BF}" dt="2019-07-14T15:24:54.529" v="439" actId="478"/>
          <ac:picMkLst>
            <pc:docMk/>
            <pc:sldMk cId="1334091021" sldId="370"/>
            <ac:picMk id="6" creationId="{8DC7F996-1BBE-4C4A-A204-12BF3D01130C}"/>
          </ac:picMkLst>
        </pc:picChg>
      </pc:sldChg>
      <pc:sldChg chg="modSp add">
        <pc:chgData name="Marcin Bartosiak" userId="d01ed0f4ecfdbb64" providerId="LiveId" clId="{E552F9B3-3BF8-4351-99DA-0B4D0EEE38BF}" dt="2019-07-14T15:26:58.429" v="453"/>
        <pc:sldMkLst>
          <pc:docMk/>
          <pc:sldMk cId="1081231265" sldId="371"/>
        </pc:sldMkLst>
        <pc:spChg chg="mod">
          <ac:chgData name="Marcin Bartosiak" userId="d01ed0f4ecfdbb64" providerId="LiveId" clId="{E552F9B3-3BF8-4351-99DA-0B4D0EEE38BF}" dt="2019-07-14T15:26:55.741" v="452" actId="113"/>
          <ac:spMkLst>
            <pc:docMk/>
            <pc:sldMk cId="1081231265" sldId="371"/>
            <ac:spMk id="4" creationId="{31FCA960-8FE4-4F03-B120-76C4D6729B5C}"/>
          </ac:spMkLst>
        </pc:spChg>
        <pc:spChg chg="mod">
          <ac:chgData name="Marcin Bartosiak" userId="d01ed0f4ecfdbb64" providerId="LiveId" clId="{E552F9B3-3BF8-4351-99DA-0B4D0EEE38BF}" dt="2019-07-14T15:26:58.429" v="453"/>
          <ac:spMkLst>
            <pc:docMk/>
            <pc:sldMk cId="1081231265" sldId="371"/>
            <ac:spMk id="5" creationId="{7C5B2475-3AF9-40EF-85AC-A8C87F044993}"/>
          </ac:spMkLst>
        </pc:spChg>
      </pc:sldChg>
      <pc:sldChg chg="modSp add">
        <pc:chgData name="Marcin Bartosiak" userId="d01ed0f4ecfdbb64" providerId="LiveId" clId="{E552F9B3-3BF8-4351-99DA-0B4D0EEE38BF}" dt="2019-07-14T15:27:22.870" v="458"/>
        <pc:sldMkLst>
          <pc:docMk/>
          <pc:sldMk cId="2593352702" sldId="372"/>
        </pc:sldMkLst>
        <pc:spChg chg="mod">
          <ac:chgData name="Marcin Bartosiak" userId="d01ed0f4ecfdbb64" providerId="LiveId" clId="{E552F9B3-3BF8-4351-99DA-0B4D0EEE38BF}" dt="2019-07-14T15:27:20.476" v="457" actId="113"/>
          <ac:spMkLst>
            <pc:docMk/>
            <pc:sldMk cId="2593352702" sldId="372"/>
            <ac:spMk id="4" creationId="{31FCA960-8FE4-4F03-B120-76C4D6729B5C}"/>
          </ac:spMkLst>
        </pc:spChg>
        <pc:spChg chg="mod">
          <ac:chgData name="Marcin Bartosiak" userId="d01ed0f4ecfdbb64" providerId="LiveId" clId="{E552F9B3-3BF8-4351-99DA-0B4D0EEE38BF}" dt="2019-07-14T15:27:22.870" v="458"/>
          <ac:spMkLst>
            <pc:docMk/>
            <pc:sldMk cId="2593352702" sldId="372"/>
            <ac:spMk id="5" creationId="{7C5B2475-3AF9-40EF-85AC-A8C87F044993}"/>
          </ac:spMkLst>
        </pc:spChg>
      </pc:sldChg>
      <pc:sldChg chg="modSp add">
        <pc:chgData name="Marcin Bartosiak" userId="d01ed0f4ecfdbb64" providerId="LiveId" clId="{E552F9B3-3BF8-4351-99DA-0B4D0EEE38BF}" dt="2019-07-14T15:28:09.196" v="466" actId="113"/>
        <pc:sldMkLst>
          <pc:docMk/>
          <pc:sldMk cId="4279424318" sldId="373"/>
        </pc:sldMkLst>
        <pc:spChg chg="mod">
          <ac:chgData name="Marcin Bartosiak" userId="d01ed0f4ecfdbb64" providerId="LiveId" clId="{E552F9B3-3BF8-4351-99DA-0B4D0EEE38BF}" dt="2019-07-14T15:28:09.196" v="466" actId="113"/>
          <ac:spMkLst>
            <pc:docMk/>
            <pc:sldMk cId="4279424318" sldId="373"/>
            <ac:spMk id="4" creationId="{31FCA960-8FE4-4F03-B120-76C4D6729B5C}"/>
          </ac:spMkLst>
        </pc:spChg>
        <pc:spChg chg="mod">
          <ac:chgData name="Marcin Bartosiak" userId="d01ed0f4ecfdbb64" providerId="LiveId" clId="{E552F9B3-3BF8-4351-99DA-0B4D0EEE38BF}" dt="2019-07-14T15:27:40.217" v="460"/>
          <ac:spMkLst>
            <pc:docMk/>
            <pc:sldMk cId="4279424318" sldId="373"/>
            <ac:spMk id="5" creationId="{7C5B2475-3AF9-40EF-85AC-A8C87F044993}"/>
          </ac:spMkLst>
        </pc:spChg>
      </pc:sldChg>
      <pc:sldChg chg="modSp add">
        <pc:chgData name="Marcin Bartosiak" userId="d01ed0f4ecfdbb64" providerId="LiveId" clId="{E552F9B3-3BF8-4351-99DA-0B4D0EEE38BF}" dt="2019-07-14T15:28:03.997" v="465" actId="113"/>
        <pc:sldMkLst>
          <pc:docMk/>
          <pc:sldMk cId="3964637053" sldId="374"/>
        </pc:sldMkLst>
        <pc:spChg chg="mod">
          <ac:chgData name="Marcin Bartosiak" userId="d01ed0f4ecfdbb64" providerId="LiveId" clId="{E552F9B3-3BF8-4351-99DA-0B4D0EEE38BF}" dt="2019-07-14T15:28:03.997" v="465" actId="113"/>
          <ac:spMkLst>
            <pc:docMk/>
            <pc:sldMk cId="3964637053" sldId="374"/>
            <ac:spMk id="4" creationId="{31FCA960-8FE4-4F03-B120-76C4D6729B5C}"/>
          </ac:spMkLst>
        </pc:spChg>
        <pc:spChg chg="mod">
          <ac:chgData name="Marcin Bartosiak" userId="d01ed0f4ecfdbb64" providerId="LiveId" clId="{E552F9B3-3BF8-4351-99DA-0B4D0EEE38BF}" dt="2019-07-14T15:28:00.003" v="463"/>
          <ac:spMkLst>
            <pc:docMk/>
            <pc:sldMk cId="3964637053" sldId="374"/>
            <ac:spMk id="5" creationId="{7C5B2475-3AF9-40EF-85AC-A8C87F044993}"/>
          </ac:spMkLst>
        </pc:spChg>
      </pc:sldChg>
      <pc:sldChg chg="modSp add">
        <pc:chgData name="Marcin Bartosiak" userId="d01ed0f4ecfdbb64" providerId="LiveId" clId="{E552F9B3-3BF8-4351-99DA-0B4D0EEE38BF}" dt="2019-07-14T15:28:25.882" v="470"/>
        <pc:sldMkLst>
          <pc:docMk/>
          <pc:sldMk cId="2302573522" sldId="375"/>
        </pc:sldMkLst>
        <pc:spChg chg="mod">
          <ac:chgData name="Marcin Bartosiak" userId="d01ed0f4ecfdbb64" providerId="LiveId" clId="{E552F9B3-3BF8-4351-99DA-0B4D0EEE38BF}" dt="2019-07-14T15:28:23.993" v="469" actId="113"/>
          <ac:spMkLst>
            <pc:docMk/>
            <pc:sldMk cId="2302573522" sldId="375"/>
            <ac:spMk id="4" creationId="{31FCA960-8FE4-4F03-B120-76C4D6729B5C}"/>
          </ac:spMkLst>
        </pc:spChg>
        <pc:spChg chg="mod">
          <ac:chgData name="Marcin Bartosiak" userId="d01ed0f4ecfdbb64" providerId="LiveId" clId="{E552F9B3-3BF8-4351-99DA-0B4D0EEE38BF}" dt="2019-07-14T15:28:25.882" v="470"/>
          <ac:spMkLst>
            <pc:docMk/>
            <pc:sldMk cId="2302573522" sldId="375"/>
            <ac:spMk id="5" creationId="{7C5B2475-3AF9-40EF-85AC-A8C87F044993}"/>
          </ac:spMkLst>
        </pc:spChg>
      </pc:sldChg>
      <pc:sldChg chg="modSp add modNotesTx">
        <pc:chgData name="Marcin Bartosiak" userId="d01ed0f4ecfdbb64" providerId="LiveId" clId="{E552F9B3-3BF8-4351-99DA-0B4D0EEE38BF}" dt="2019-07-14T15:32:23.906" v="518"/>
        <pc:sldMkLst>
          <pc:docMk/>
          <pc:sldMk cId="1101127164" sldId="376"/>
        </pc:sldMkLst>
        <pc:spChg chg="mod">
          <ac:chgData name="Marcin Bartosiak" userId="d01ed0f4ecfdbb64" providerId="LiveId" clId="{E552F9B3-3BF8-4351-99DA-0B4D0EEE38BF}" dt="2019-07-14T15:29:28.824" v="488" actId="20577"/>
          <ac:spMkLst>
            <pc:docMk/>
            <pc:sldMk cId="1101127164" sldId="376"/>
            <ac:spMk id="2" creationId="{F232B7D3-D949-4C5C-AD47-4982F692395B}"/>
          </ac:spMkLst>
        </pc:spChg>
        <pc:spChg chg="mod">
          <ac:chgData name="Marcin Bartosiak" userId="d01ed0f4ecfdbb64" providerId="LiveId" clId="{E552F9B3-3BF8-4351-99DA-0B4D0EEE38BF}" dt="2019-07-14T15:29:57.754" v="491" actId="113"/>
          <ac:spMkLst>
            <pc:docMk/>
            <pc:sldMk cId="1101127164" sldId="376"/>
            <ac:spMk id="4" creationId="{31FCA960-8FE4-4F03-B120-76C4D6729B5C}"/>
          </ac:spMkLst>
        </pc:spChg>
        <pc:spChg chg="mod">
          <ac:chgData name="Marcin Bartosiak" userId="d01ed0f4ecfdbb64" providerId="LiveId" clId="{E552F9B3-3BF8-4351-99DA-0B4D0EEE38BF}" dt="2019-07-14T15:32:23.906" v="518"/>
          <ac:spMkLst>
            <pc:docMk/>
            <pc:sldMk cId="1101127164" sldId="376"/>
            <ac:spMk id="5" creationId="{7C5B2475-3AF9-40EF-85AC-A8C87F044993}"/>
          </ac:spMkLst>
        </pc:spChg>
      </pc:sldChg>
      <pc:sldChg chg="modSp add">
        <pc:chgData name="Marcin Bartosiak" userId="d01ed0f4ecfdbb64" providerId="LiveId" clId="{E552F9B3-3BF8-4351-99DA-0B4D0EEE38BF}" dt="2019-07-14T15:32:44.697" v="519"/>
        <pc:sldMkLst>
          <pc:docMk/>
          <pc:sldMk cId="3325728753" sldId="377"/>
        </pc:sldMkLst>
        <pc:spChg chg="mod">
          <ac:chgData name="Marcin Bartosiak" userId="d01ed0f4ecfdbb64" providerId="LiveId" clId="{E552F9B3-3BF8-4351-99DA-0B4D0EEE38BF}" dt="2019-07-14T15:30:49.408" v="507" actId="113"/>
          <ac:spMkLst>
            <pc:docMk/>
            <pc:sldMk cId="3325728753" sldId="377"/>
            <ac:spMk id="4" creationId="{31FCA960-8FE4-4F03-B120-76C4D6729B5C}"/>
          </ac:spMkLst>
        </pc:spChg>
        <pc:spChg chg="mod">
          <ac:chgData name="Marcin Bartosiak" userId="d01ed0f4ecfdbb64" providerId="LiveId" clId="{E552F9B3-3BF8-4351-99DA-0B4D0EEE38BF}" dt="2019-07-14T15:32:44.697" v="519"/>
          <ac:spMkLst>
            <pc:docMk/>
            <pc:sldMk cId="3325728753" sldId="377"/>
            <ac:spMk id="5" creationId="{7C5B2475-3AF9-40EF-85AC-A8C87F044993}"/>
          </ac:spMkLst>
        </pc:spChg>
      </pc:sldChg>
      <pc:sldChg chg="modSp add">
        <pc:chgData name="Marcin Bartosiak" userId="d01ed0f4ecfdbb64" providerId="LiveId" clId="{E552F9B3-3BF8-4351-99DA-0B4D0EEE38BF}" dt="2019-07-14T15:33:08.538" v="520"/>
        <pc:sldMkLst>
          <pc:docMk/>
          <pc:sldMk cId="2847864912" sldId="378"/>
        </pc:sldMkLst>
        <pc:spChg chg="mod">
          <ac:chgData name="Marcin Bartosiak" userId="d01ed0f4ecfdbb64" providerId="LiveId" clId="{E552F9B3-3BF8-4351-99DA-0B4D0EEE38BF}" dt="2019-07-14T15:30:54.291" v="509" actId="113"/>
          <ac:spMkLst>
            <pc:docMk/>
            <pc:sldMk cId="2847864912" sldId="378"/>
            <ac:spMk id="4" creationId="{31FCA960-8FE4-4F03-B120-76C4D6729B5C}"/>
          </ac:spMkLst>
        </pc:spChg>
        <pc:spChg chg="mod">
          <ac:chgData name="Marcin Bartosiak" userId="d01ed0f4ecfdbb64" providerId="LiveId" clId="{E552F9B3-3BF8-4351-99DA-0B4D0EEE38BF}" dt="2019-07-14T15:33:08.538" v="520"/>
          <ac:spMkLst>
            <pc:docMk/>
            <pc:sldMk cId="2847864912" sldId="378"/>
            <ac:spMk id="5" creationId="{7C5B2475-3AF9-40EF-85AC-A8C87F044993}"/>
          </ac:spMkLst>
        </pc:spChg>
      </pc:sldChg>
      <pc:sldChg chg="modSp add">
        <pc:chgData name="Marcin Bartosiak" userId="d01ed0f4ecfdbb64" providerId="LiveId" clId="{E552F9B3-3BF8-4351-99DA-0B4D0EEE38BF}" dt="2019-07-14T15:33:25.188" v="521"/>
        <pc:sldMkLst>
          <pc:docMk/>
          <pc:sldMk cId="635667128" sldId="379"/>
        </pc:sldMkLst>
        <pc:spChg chg="mod">
          <ac:chgData name="Marcin Bartosiak" userId="d01ed0f4ecfdbb64" providerId="LiveId" clId="{E552F9B3-3BF8-4351-99DA-0B4D0EEE38BF}" dt="2019-07-14T15:30:59.601" v="511" actId="113"/>
          <ac:spMkLst>
            <pc:docMk/>
            <pc:sldMk cId="635667128" sldId="379"/>
            <ac:spMk id="4" creationId="{31FCA960-8FE4-4F03-B120-76C4D6729B5C}"/>
          </ac:spMkLst>
        </pc:spChg>
        <pc:spChg chg="mod">
          <ac:chgData name="Marcin Bartosiak" userId="d01ed0f4ecfdbb64" providerId="LiveId" clId="{E552F9B3-3BF8-4351-99DA-0B4D0EEE38BF}" dt="2019-07-14T15:33:25.188" v="521"/>
          <ac:spMkLst>
            <pc:docMk/>
            <pc:sldMk cId="635667128" sldId="379"/>
            <ac:spMk id="5" creationId="{7C5B2475-3AF9-40EF-85AC-A8C87F044993}"/>
          </ac:spMkLst>
        </pc:spChg>
      </pc:sldChg>
      <pc:sldChg chg="modSp add">
        <pc:chgData name="Marcin Bartosiak" userId="d01ed0f4ecfdbb64" providerId="LiveId" clId="{E552F9B3-3BF8-4351-99DA-0B4D0EEE38BF}" dt="2019-07-14T15:33:47.013" v="522"/>
        <pc:sldMkLst>
          <pc:docMk/>
          <pc:sldMk cId="1094884231" sldId="380"/>
        </pc:sldMkLst>
        <pc:spChg chg="mod">
          <ac:chgData name="Marcin Bartosiak" userId="d01ed0f4ecfdbb64" providerId="LiveId" clId="{E552F9B3-3BF8-4351-99DA-0B4D0EEE38BF}" dt="2019-07-14T15:31:10.069" v="513" actId="113"/>
          <ac:spMkLst>
            <pc:docMk/>
            <pc:sldMk cId="1094884231" sldId="380"/>
            <ac:spMk id="4" creationId="{31FCA960-8FE4-4F03-B120-76C4D6729B5C}"/>
          </ac:spMkLst>
        </pc:spChg>
        <pc:spChg chg="mod">
          <ac:chgData name="Marcin Bartosiak" userId="d01ed0f4ecfdbb64" providerId="LiveId" clId="{E552F9B3-3BF8-4351-99DA-0B4D0EEE38BF}" dt="2019-07-14T15:33:47.013" v="522"/>
          <ac:spMkLst>
            <pc:docMk/>
            <pc:sldMk cId="1094884231" sldId="380"/>
            <ac:spMk id="5" creationId="{7C5B2475-3AF9-40EF-85AC-A8C87F044993}"/>
          </ac:spMkLst>
        </pc:spChg>
      </pc:sldChg>
      <pc:sldChg chg="modSp add">
        <pc:chgData name="Marcin Bartosiak" userId="d01ed0f4ecfdbb64" providerId="LiveId" clId="{E552F9B3-3BF8-4351-99DA-0B4D0EEE38BF}" dt="2019-07-14T15:34:11.515" v="525" actId="113"/>
        <pc:sldMkLst>
          <pc:docMk/>
          <pc:sldMk cId="1857442849" sldId="381"/>
        </pc:sldMkLst>
        <pc:spChg chg="mod">
          <ac:chgData name="Marcin Bartosiak" userId="d01ed0f4ecfdbb64" providerId="LiveId" clId="{E552F9B3-3BF8-4351-99DA-0B4D0EEE38BF}" dt="2019-07-14T15:31:15.669" v="515" actId="113"/>
          <ac:spMkLst>
            <pc:docMk/>
            <pc:sldMk cId="1857442849" sldId="381"/>
            <ac:spMk id="4" creationId="{31FCA960-8FE4-4F03-B120-76C4D6729B5C}"/>
          </ac:spMkLst>
        </pc:spChg>
        <pc:spChg chg="mod">
          <ac:chgData name="Marcin Bartosiak" userId="d01ed0f4ecfdbb64" providerId="LiveId" clId="{E552F9B3-3BF8-4351-99DA-0B4D0EEE38BF}" dt="2019-07-14T15:34:11.515" v="525" actId="113"/>
          <ac:spMkLst>
            <pc:docMk/>
            <pc:sldMk cId="1857442849" sldId="381"/>
            <ac:spMk id="5" creationId="{7C5B2475-3AF9-40EF-85AC-A8C87F044993}"/>
          </ac:spMkLst>
        </pc:sp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file:///C:\Users\admin\Downloads\CHAPTER_5_VISUALS.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1" Type="http://schemas.openxmlformats.org/officeDocument/2006/relationships/oleObject" Target="file:///C:\Users\admin\Downloads\CHAPTER_5_VISUALS.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
          <c:y val="4.08805031446541E-2"/>
          <c:w val="1"/>
          <c:h val="0.75205467241123203"/>
        </c:manualLayout>
      </c:layout>
      <c:barChart>
        <c:barDir val="col"/>
        <c:grouping val="clustered"/>
        <c:varyColors val="0"/>
        <c:ser>
          <c:idx val="0"/>
          <c:order val="0"/>
          <c:tx>
            <c:v>'08</c:v>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'FIG0502-05'!$B$8:$B$12</c:f>
              <c:strCache>
                <c:ptCount val="5"/>
                <c:pt idx="0">
                  <c:v>All</c:v>
                </c:pt>
                <c:pt idx="1">
                  <c:v>Less than 
high 
school</c:v>
                </c:pt>
                <c:pt idx="2">
                  <c:v>High 
school 
graduate</c:v>
                </c:pt>
                <c:pt idx="3">
                  <c:v>Some 
college</c:v>
                </c:pt>
                <c:pt idx="4">
                  <c:v>Bachelor's 
degree or 
more</c:v>
                </c:pt>
              </c:strCache>
            </c:strRef>
          </c:cat>
          <c:val>
            <c:numRef>
              <c:f>'FIG0502-05'!$C$8:$C$12</c:f>
              <c:numCache>
                <c:formatCode>0.0</c:formatCode>
                <c:ptCount val="5"/>
                <c:pt idx="0">
                  <c:v>41.4</c:v>
                </c:pt>
                <c:pt idx="1">
                  <c:v>26.8</c:v>
                </c:pt>
                <c:pt idx="2">
                  <c:v>35.9</c:v>
                </c:pt>
                <c:pt idx="3">
                  <c:v>42.5</c:v>
                </c:pt>
                <c:pt idx="4">
                  <c:v>61.5</c:v>
                </c:pt>
              </c:numCache>
            </c:numRef>
          </c:val>
          <c:extLst>
            <c:ext xmlns:c16="http://schemas.microsoft.com/office/drawing/2014/chart" uri="{C3380CC4-5D6E-409C-BE32-E72D297353CC}">
              <c16:uniqueId val="{00000000-0864-4A16-8978-3D6F2ABFEAA0}"/>
            </c:ext>
          </c:extLst>
        </c:ser>
        <c:ser>
          <c:idx val="1"/>
          <c:order val="1"/>
          <c:tx>
            <c:v>'09</c:v>
          </c:tx>
          <c:spPr>
            <a:solidFill>
              <a:schemeClr val="accent2"/>
            </a:solidFill>
            <a:ln>
              <a:noFill/>
            </a:ln>
            <a:effectLst/>
          </c:spPr>
          <c:invertIfNegative val="0"/>
          <c:cat>
            <c:strRef>
              <c:f>'FIG0502-05'!$B$8:$B$12</c:f>
              <c:strCache>
                <c:ptCount val="5"/>
                <c:pt idx="0">
                  <c:v>All</c:v>
                </c:pt>
                <c:pt idx="1">
                  <c:v>Less than 
high 
school</c:v>
                </c:pt>
                <c:pt idx="2">
                  <c:v>High 
school 
graduate</c:v>
                </c:pt>
                <c:pt idx="3">
                  <c:v>Some 
college</c:v>
                </c:pt>
                <c:pt idx="4">
                  <c:v>Bachelor's 
degree or 
more</c:v>
                </c:pt>
              </c:strCache>
            </c:strRef>
          </c:cat>
          <c:val>
            <c:numRef>
              <c:f>'FIG0502-05'!$D$8:$D$12</c:f>
              <c:numCache>
                <c:formatCode>0.0</c:formatCode>
                <c:ptCount val="5"/>
                <c:pt idx="0">
                  <c:v>40</c:v>
                </c:pt>
                <c:pt idx="1">
                  <c:v>25</c:v>
                </c:pt>
                <c:pt idx="2">
                  <c:v>34</c:v>
                </c:pt>
                <c:pt idx="3">
                  <c:v>41</c:v>
                </c:pt>
                <c:pt idx="4">
                  <c:v>61</c:v>
                </c:pt>
              </c:numCache>
            </c:numRef>
          </c:val>
          <c:extLst>
            <c:ext xmlns:c16="http://schemas.microsoft.com/office/drawing/2014/chart" uri="{C3380CC4-5D6E-409C-BE32-E72D297353CC}">
              <c16:uniqueId val="{00000001-0864-4A16-8978-3D6F2ABFEAA0}"/>
            </c:ext>
          </c:extLst>
        </c:ser>
        <c:ser>
          <c:idx val="2"/>
          <c:order val="2"/>
          <c:tx>
            <c:v>'10</c:v>
          </c:tx>
          <c:spPr>
            <a:solidFill>
              <a:schemeClr val="accent3"/>
            </a:solidFill>
            <a:ln>
              <a:noFill/>
            </a:ln>
            <a:effectLst/>
          </c:spPr>
          <c:invertIfNegative val="0"/>
          <c:cat>
            <c:strRef>
              <c:f>'FIG0502-05'!$B$8:$B$12</c:f>
              <c:strCache>
                <c:ptCount val="5"/>
                <c:pt idx="0">
                  <c:v>All</c:v>
                </c:pt>
                <c:pt idx="1">
                  <c:v>Less than 
high 
school</c:v>
                </c:pt>
                <c:pt idx="2">
                  <c:v>High 
school 
graduate</c:v>
                </c:pt>
                <c:pt idx="3">
                  <c:v>Some 
college</c:v>
                </c:pt>
                <c:pt idx="4">
                  <c:v>Bachelor's 
degree or 
more</c:v>
                </c:pt>
              </c:strCache>
            </c:strRef>
          </c:cat>
          <c:val>
            <c:numRef>
              <c:f>'FIG0502-05'!$E$8:$E$12</c:f>
              <c:numCache>
                <c:formatCode>0.0</c:formatCode>
                <c:ptCount val="5"/>
                <c:pt idx="0">
                  <c:v>38</c:v>
                </c:pt>
                <c:pt idx="1">
                  <c:v>23</c:v>
                </c:pt>
                <c:pt idx="2">
                  <c:v>31</c:v>
                </c:pt>
                <c:pt idx="3">
                  <c:v>37</c:v>
                </c:pt>
                <c:pt idx="4">
                  <c:v>59</c:v>
                </c:pt>
              </c:numCache>
            </c:numRef>
          </c:val>
          <c:extLst>
            <c:ext xmlns:c16="http://schemas.microsoft.com/office/drawing/2014/chart" uri="{C3380CC4-5D6E-409C-BE32-E72D297353CC}">
              <c16:uniqueId val="{00000002-0864-4A16-8978-3D6F2ABFEAA0}"/>
            </c:ext>
          </c:extLst>
        </c:ser>
        <c:ser>
          <c:idx val="3"/>
          <c:order val="3"/>
          <c:tx>
            <c:v>'11</c:v>
          </c:tx>
          <c:spPr>
            <a:solidFill>
              <a:schemeClr val="accent4"/>
            </a:solidFill>
            <a:ln>
              <a:noFill/>
            </a:ln>
            <a:effectLst/>
          </c:spPr>
          <c:invertIfNegative val="0"/>
          <c:cat>
            <c:strRef>
              <c:f>'FIG0502-05'!$B$8:$B$12</c:f>
              <c:strCache>
                <c:ptCount val="5"/>
                <c:pt idx="0">
                  <c:v>All</c:v>
                </c:pt>
                <c:pt idx="1">
                  <c:v>Less than 
high 
school</c:v>
                </c:pt>
                <c:pt idx="2">
                  <c:v>High 
school 
graduate</c:v>
                </c:pt>
                <c:pt idx="3">
                  <c:v>Some 
college</c:v>
                </c:pt>
                <c:pt idx="4">
                  <c:v>Bachelor's 
degree or 
more</c:v>
                </c:pt>
              </c:strCache>
            </c:strRef>
          </c:cat>
          <c:val>
            <c:numRef>
              <c:f>'FIG0502-05'!$F$8:$F$12</c:f>
              <c:numCache>
                <c:formatCode>0.0</c:formatCode>
                <c:ptCount val="5"/>
                <c:pt idx="0">
                  <c:v>37</c:v>
                </c:pt>
                <c:pt idx="1">
                  <c:v>23.2</c:v>
                </c:pt>
                <c:pt idx="2">
                  <c:v>30.5</c:v>
                </c:pt>
                <c:pt idx="3">
                  <c:v>36.700000000000003</c:v>
                </c:pt>
                <c:pt idx="4">
                  <c:v>55</c:v>
                </c:pt>
              </c:numCache>
            </c:numRef>
          </c:val>
          <c:extLst>
            <c:ext xmlns:c16="http://schemas.microsoft.com/office/drawing/2014/chart" uri="{C3380CC4-5D6E-409C-BE32-E72D297353CC}">
              <c16:uniqueId val="{00000003-0864-4A16-8978-3D6F2ABFEAA0}"/>
            </c:ext>
          </c:extLst>
        </c:ser>
        <c:ser>
          <c:idx val="4"/>
          <c:order val="4"/>
          <c:tx>
            <c:v>'12</c:v>
          </c:tx>
          <c:spPr>
            <a:solidFill>
              <a:schemeClr val="accent5"/>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'FIG0502-05'!$B$8:$B$12</c:f>
              <c:strCache>
                <c:ptCount val="5"/>
                <c:pt idx="0">
                  <c:v>All</c:v>
                </c:pt>
                <c:pt idx="1">
                  <c:v>Less than 
high 
school</c:v>
                </c:pt>
                <c:pt idx="2">
                  <c:v>High 
school 
graduate</c:v>
                </c:pt>
                <c:pt idx="3">
                  <c:v>Some 
college</c:v>
                </c:pt>
                <c:pt idx="4">
                  <c:v>Bachelor's 
degree or 
more</c:v>
                </c:pt>
              </c:strCache>
            </c:strRef>
          </c:cat>
          <c:val>
            <c:numRef>
              <c:f>'FIG0502-05'!$G$8:$G$12</c:f>
              <c:numCache>
                <c:formatCode>0.0</c:formatCode>
                <c:ptCount val="5"/>
                <c:pt idx="0">
                  <c:v>36.700000000000003</c:v>
                </c:pt>
                <c:pt idx="1">
                  <c:v>23.4</c:v>
                </c:pt>
                <c:pt idx="2">
                  <c:v>30.1</c:v>
                </c:pt>
                <c:pt idx="3">
                  <c:v>36.5</c:v>
                </c:pt>
                <c:pt idx="4">
                  <c:v>56.7</c:v>
                </c:pt>
              </c:numCache>
            </c:numRef>
          </c:val>
          <c:extLst>
            <c:ext xmlns:c16="http://schemas.microsoft.com/office/drawing/2014/chart" uri="{C3380CC4-5D6E-409C-BE32-E72D297353CC}">
              <c16:uniqueId val="{00000004-0864-4A16-8978-3D6F2ABFEAA0}"/>
            </c:ext>
          </c:extLst>
        </c:ser>
        <c:dLbls>
          <c:showLegendKey val="0"/>
          <c:showVal val="0"/>
          <c:showCatName val="0"/>
          <c:showSerName val="0"/>
          <c:showPercent val="0"/>
          <c:showBubbleSize val="0"/>
        </c:dLbls>
        <c:gapWidth val="199"/>
        <c:axId val="2128840232"/>
        <c:axId val="2101729656"/>
      </c:barChart>
      <c:catAx>
        <c:axId val="212884023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cap="none" spc="0" normalizeH="0" baseline="0">
                <a:solidFill>
                  <a:schemeClr val="tx1">
                    <a:lumMod val="65000"/>
                    <a:lumOff val="35000"/>
                  </a:schemeClr>
                </a:solidFill>
                <a:latin typeface="+mn-lt"/>
                <a:ea typeface="+mn-ea"/>
                <a:cs typeface="+mn-cs"/>
              </a:defRPr>
            </a:pPr>
            <a:endParaRPr lang="en-US"/>
          </a:p>
        </c:txPr>
        <c:crossAx val="2101729656"/>
        <c:crosses val="autoZero"/>
        <c:auto val="1"/>
        <c:lblAlgn val="ctr"/>
        <c:lblOffset val="100"/>
        <c:noMultiLvlLbl val="0"/>
      </c:catAx>
      <c:valAx>
        <c:axId val="2101729656"/>
        <c:scaling>
          <c:orientation val="minMax"/>
        </c:scaling>
        <c:delete val="0"/>
        <c:axPos val="l"/>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numFmt formatCode="0.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2128840232"/>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18"/>
    </mc:Choice>
    <mc:Fallback>
      <c:style val="18"/>
    </mc:Fallback>
  </mc:AlternateContent>
  <c:chart>
    <c:autoTitleDeleted val="0"/>
    <c:plotArea>
      <c:layout>
        <c:manualLayout>
          <c:layoutTarget val="inner"/>
          <c:xMode val="edge"/>
          <c:yMode val="edge"/>
          <c:x val="0"/>
          <c:y val="4.08805031446541E-2"/>
          <c:w val="1"/>
          <c:h val="0.75205467241123203"/>
        </c:manualLayout>
      </c:layout>
      <c:barChart>
        <c:barDir val="col"/>
        <c:grouping val="clustered"/>
        <c:varyColors val="0"/>
        <c:ser>
          <c:idx val="0"/>
          <c:order val="0"/>
          <c:tx>
            <c:v>'08</c:v>
          </c:tx>
          <c:spPr>
            <a:solidFill>
              <a:srgbClr val="FFCC99"/>
            </a:solidFill>
            <a:ln>
              <a:solidFill>
                <a:schemeClr val="bg1"/>
              </a:solidFill>
            </a:ln>
            <a:effectLst/>
          </c:spPr>
          <c:invertIfNegative val="0"/>
          <c:dLbls>
            <c:spPr>
              <a:noFill/>
              <a:ln>
                <a:noFill/>
              </a:ln>
              <a:effectLst/>
            </c:spPr>
            <c:txPr>
              <a:bodyPr/>
              <a:lstStyle/>
              <a:p>
                <a:pPr>
                  <a:defRPr sz="1200"/>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'FIG0502-05'!$B$8:$B$12</c:f>
              <c:strCache>
                <c:ptCount val="5"/>
                <c:pt idx="0">
                  <c:v>All</c:v>
                </c:pt>
                <c:pt idx="1">
                  <c:v>Less than 
high 
school</c:v>
                </c:pt>
                <c:pt idx="2">
                  <c:v>High 
school 
graduate</c:v>
                </c:pt>
                <c:pt idx="3">
                  <c:v>Some 
college</c:v>
                </c:pt>
                <c:pt idx="4">
                  <c:v>Bachelor's 
degree or 
more</c:v>
                </c:pt>
              </c:strCache>
            </c:strRef>
          </c:cat>
          <c:val>
            <c:numRef>
              <c:f>'FIG0502-05'!$C$8:$C$12</c:f>
              <c:numCache>
                <c:formatCode>0.0</c:formatCode>
                <c:ptCount val="5"/>
                <c:pt idx="0">
                  <c:v>41.4</c:v>
                </c:pt>
                <c:pt idx="1">
                  <c:v>26.8</c:v>
                </c:pt>
                <c:pt idx="2">
                  <c:v>35.9</c:v>
                </c:pt>
                <c:pt idx="3">
                  <c:v>42.5</c:v>
                </c:pt>
                <c:pt idx="4">
                  <c:v>61.5</c:v>
                </c:pt>
              </c:numCache>
            </c:numRef>
          </c:val>
          <c:extLst>
            <c:ext xmlns:c16="http://schemas.microsoft.com/office/drawing/2014/chart" uri="{C3380CC4-5D6E-409C-BE32-E72D297353CC}">
              <c16:uniqueId val="{00000000-A7B0-4878-90F4-12EE9D729304}"/>
            </c:ext>
          </c:extLst>
        </c:ser>
        <c:ser>
          <c:idx val="1"/>
          <c:order val="1"/>
          <c:tx>
            <c:v>'09</c:v>
          </c:tx>
          <c:spPr>
            <a:solidFill>
              <a:srgbClr val="FFCC66"/>
            </a:solidFill>
            <a:effectLst/>
          </c:spPr>
          <c:invertIfNegative val="0"/>
          <c:cat>
            <c:strRef>
              <c:f>'FIG0502-05'!$B$8:$B$12</c:f>
              <c:strCache>
                <c:ptCount val="5"/>
                <c:pt idx="0">
                  <c:v>All</c:v>
                </c:pt>
                <c:pt idx="1">
                  <c:v>Less than 
high 
school</c:v>
                </c:pt>
                <c:pt idx="2">
                  <c:v>High 
school 
graduate</c:v>
                </c:pt>
                <c:pt idx="3">
                  <c:v>Some 
college</c:v>
                </c:pt>
                <c:pt idx="4">
                  <c:v>Bachelor's 
degree or 
more</c:v>
                </c:pt>
              </c:strCache>
            </c:strRef>
          </c:cat>
          <c:val>
            <c:numRef>
              <c:f>'FIG0502-05'!$D$8:$D$12</c:f>
              <c:numCache>
                <c:formatCode>0.0</c:formatCode>
                <c:ptCount val="5"/>
                <c:pt idx="0">
                  <c:v>40</c:v>
                </c:pt>
                <c:pt idx="1">
                  <c:v>25</c:v>
                </c:pt>
                <c:pt idx="2">
                  <c:v>34</c:v>
                </c:pt>
                <c:pt idx="3">
                  <c:v>41</c:v>
                </c:pt>
                <c:pt idx="4">
                  <c:v>61</c:v>
                </c:pt>
              </c:numCache>
            </c:numRef>
          </c:val>
          <c:extLst>
            <c:ext xmlns:c16="http://schemas.microsoft.com/office/drawing/2014/chart" uri="{C3380CC4-5D6E-409C-BE32-E72D297353CC}">
              <c16:uniqueId val="{00000001-A7B0-4878-90F4-12EE9D729304}"/>
            </c:ext>
          </c:extLst>
        </c:ser>
        <c:ser>
          <c:idx val="2"/>
          <c:order val="2"/>
          <c:tx>
            <c:v>'10</c:v>
          </c:tx>
          <c:spPr>
            <a:solidFill>
              <a:srgbClr val="FF9900"/>
            </a:solidFill>
            <a:ln>
              <a:solidFill>
                <a:srgbClr val="FFFFFF"/>
              </a:solidFill>
            </a:ln>
            <a:effectLst/>
          </c:spPr>
          <c:invertIfNegative val="0"/>
          <c:cat>
            <c:strRef>
              <c:f>'FIG0502-05'!$B$8:$B$12</c:f>
              <c:strCache>
                <c:ptCount val="5"/>
                <c:pt idx="0">
                  <c:v>All</c:v>
                </c:pt>
                <c:pt idx="1">
                  <c:v>Less than 
high 
school</c:v>
                </c:pt>
                <c:pt idx="2">
                  <c:v>High 
school 
graduate</c:v>
                </c:pt>
                <c:pt idx="3">
                  <c:v>Some 
college</c:v>
                </c:pt>
                <c:pt idx="4">
                  <c:v>Bachelor's 
degree or 
more</c:v>
                </c:pt>
              </c:strCache>
            </c:strRef>
          </c:cat>
          <c:val>
            <c:numRef>
              <c:f>'FIG0502-05'!$E$8:$E$12</c:f>
              <c:numCache>
                <c:formatCode>0.0</c:formatCode>
                <c:ptCount val="5"/>
                <c:pt idx="0">
                  <c:v>38</c:v>
                </c:pt>
                <c:pt idx="1">
                  <c:v>23</c:v>
                </c:pt>
                <c:pt idx="2">
                  <c:v>31</c:v>
                </c:pt>
                <c:pt idx="3">
                  <c:v>37</c:v>
                </c:pt>
                <c:pt idx="4">
                  <c:v>59</c:v>
                </c:pt>
              </c:numCache>
            </c:numRef>
          </c:val>
          <c:extLst>
            <c:ext xmlns:c16="http://schemas.microsoft.com/office/drawing/2014/chart" uri="{C3380CC4-5D6E-409C-BE32-E72D297353CC}">
              <c16:uniqueId val="{00000002-A7B0-4878-90F4-12EE9D729304}"/>
            </c:ext>
          </c:extLst>
        </c:ser>
        <c:ser>
          <c:idx val="3"/>
          <c:order val="3"/>
          <c:tx>
            <c:v>'11</c:v>
          </c:tx>
          <c:spPr>
            <a:solidFill>
              <a:srgbClr val="995B32"/>
            </a:solidFill>
            <a:ln>
              <a:solidFill>
                <a:srgbClr val="FFFFFF"/>
              </a:solidFill>
            </a:ln>
            <a:effectLst/>
          </c:spPr>
          <c:invertIfNegative val="0"/>
          <c:cat>
            <c:strRef>
              <c:f>'FIG0502-05'!$B$8:$B$12</c:f>
              <c:strCache>
                <c:ptCount val="5"/>
                <c:pt idx="0">
                  <c:v>All</c:v>
                </c:pt>
                <c:pt idx="1">
                  <c:v>Less than 
high 
school</c:v>
                </c:pt>
                <c:pt idx="2">
                  <c:v>High 
school 
graduate</c:v>
                </c:pt>
                <c:pt idx="3">
                  <c:v>Some 
college</c:v>
                </c:pt>
                <c:pt idx="4">
                  <c:v>Bachelor's 
degree or 
more</c:v>
                </c:pt>
              </c:strCache>
            </c:strRef>
          </c:cat>
          <c:val>
            <c:numRef>
              <c:f>'FIG0502-05'!$F$8:$F$12</c:f>
              <c:numCache>
                <c:formatCode>0.0</c:formatCode>
                <c:ptCount val="5"/>
                <c:pt idx="0">
                  <c:v>37</c:v>
                </c:pt>
                <c:pt idx="1">
                  <c:v>23.2</c:v>
                </c:pt>
                <c:pt idx="2">
                  <c:v>30.5</c:v>
                </c:pt>
                <c:pt idx="3">
                  <c:v>36.700000000000003</c:v>
                </c:pt>
                <c:pt idx="4">
                  <c:v>55</c:v>
                </c:pt>
              </c:numCache>
            </c:numRef>
          </c:val>
          <c:extLst>
            <c:ext xmlns:c16="http://schemas.microsoft.com/office/drawing/2014/chart" uri="{C3380CC4-5D6E-409C-BE32-E72D297353CC}">
              <c16:uniqueId val="{00000003-A7B0-4878-90F4-12EE9D729304}"/>
            </c:ext>
          </c:extLst>
        </c:ser>
        <c:ser>
          <c:idx val="4"/>
          <c:order val="4"/>
          <c:tx>
            <c:v>'12</c:v>
          </c:tx>
          <c:spPr>
            <a:solidFill>
              <a:srgbClr val="663300"/>
            </a:solidFill>
            <a:ln>
              <a:solidFill>
                <a:srgbClr val="FFFFFF"/>
              </a:solidFill>
            </a:ln>
            <a:effectLst/>
          </c:spPr>
          <c:invertIfNegative val="0"/>
          <c:dLbls>
            <c:spPr>
              <a:noFill/>
              <a:ln>
                <a:noFill/>
              </a:ln>
              <a:effectLst/>
            </c:spPr>
            <c:txPr>
              <a:bodyPr/>
              <a:lstStyle/>
              <a:p>
                <a:pPr>
                  <a:defRPr sz="1200"/>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'FIG0502-05'!$B$8:$B$12</c:f>
              <c:strCache>
                <c:ptCount val="5"/>
                <c:pt idx="0">
                  <c:v>All</c:v>
                </c:pt>
                <c:pt idx="1">
                  <c:v>Less than 
high 
school</c:v>
                </c:pt>
                <c:pt idx="2">
                  <c:v>High 
school 
graduate</c:v>
                </c:pt>
                <c:pt idx="3">
                  <c:v>Some 
college</c:v>
                </c:pt>
                <c:pt idx="4">
                  <c:v>Bachelor's 
degree or 
more</c:v>
                </c:pt>
              </c:strCache>
            </c:strRef>
          </c:cat>
          <c:val>
            <c:numRef>
              <c:f>'FIG0502-05'!$G$8:$G$12</c:f>
              <c:numCache>
                <c:formatCode>0.0</c:formatCode>
                <c:ptCount val="5"/>
                <c:pt idx="0">
                  <c:v>36.700000000000003</c:v>
                </c:pt>
                <c:pt idx="1">
                  <c:v>23.4</c:v>
                </c:pt>
                <c:pt idx="2">
                  <c:v>30.1</c:v>
                </c:pt>
                <c:pt idx="3">
                  <c:v>36.5</c:v>
                </c:pt>
                <c:pt idx="4">
                  <c:v>56.7</c:v>
                </c:pt>
              </c:numCache>
            </c:numRef>
          </c:val>
          <c:extLst>
            <c:ext xmlns:c16="http://schemas.microsoft.com/office/drawing/2014/chart" uri="{C3380CC4-5D6E-409C-BE32-E72D297353CC}">
              <c16:uniqueId val="{00000004-A7B0-4878-90F4-12EE9D729304}"/>
            </c:ext>
          </c:extLst>
        </c:ser>
        <c:dLbls>
          <c:showLegendKey val="0"/>
          <c:showVal val="0"/>
          <c:showCatName val="0"/>
          <c:showSerName val="0"/>
          <c:showPercent val="0"/>
          <c:showBubbleSize val="0"/>
        </c:dLbls>
        <c:gapWidth val="150"/>
        <c:axId val="2128840232"/>
        <c:axId val="2101729656"/>
      </c:barChart>
      <c:catAx>
        <c:axId val="2128840232"/>
        <c:scaling>
          <c:orientation val="minMax"/>
        </c:scaling>
        <c:delete val="0"/>
        <c:axPos val="b"/>
        <c:numFmt formatCode="General" sourceLinked="1"/>
        <c:majorTickMark val="none"/>
        <c:minorTickMark val="none"/>
        <c:tickLblPos val="nextTo"/>
        <c:spPr>
          <a:ln>
            <a:solidFill>
              <a:schemeClr val="bg1">
                <a:lumMod val="65000"/>
              </a:schemeClr>
            </a:solidFill>
          </a:ln>
        </c:spPr>
        <c:txPr>
          <a:bodyPr/>
          <a:lstStyle/>
          <a:p>
            <a:pPr>
              <a:defRPr sz="1200">
                <a:solidFill>
                  <a:srgbClr val="7F7F7F"/>
                </a:solidFill>
              </a:defRPr>
            </a:pPr>
            <a:endParaRPr lang="en-US"/>
          </a:p>
        </c:txPr>
        <c:crossAx val="2101729656"/>
        <c:crosses val="autoZero"/>
        <c:auto val="1"/>
        <c:lblAlgn val="ctr"/>
        <c:lblOffset val="100"/>
        <c:noMultiLvlLbl val="0"/>
      </c:catAx>
      <c:valAx>
        <c:axId val="2101729656"/>
        <c:scaling>
          <c:orientation val="minMax"/>
        </c:scaling>
        <c:delete val="1"/>
        <c:axPos val="l"/>
        <c:numFmt formatCode="0.0" sourceLinked="1"/>
        <c:majorTickMark val="out"/>
        <c:minorTickMark val="none"/>
        <c:tickLblPos val="nextTo"/>
        <c:crossAx val="2128840232"/>
        <c:crosses val="autoZero"/>
        <c:crossBetween val="between"/>
      </c:valAx>
    </c:plotArea>
    <c:plotVisOnly val="1"/>
    <c:dispBlanksAs val="gap"/>
    <c:showDLblsOverMax val="0"/>
  </c:chart>
  <c:spPr>
    <a:noFill/>
    <a:ln>
      <a:noFill/>
    </a:ln>
  </c:spPr>
  <c:txPr>
    <a:bodyPr/>
    <a:lstStyle/>
    <a:p>
      <a:pPr>
        <a:defRPr>
          <a:latin typeface="Arial"/>
          <a:cs typeface="Arial"/>
        </a:defRPr>
      </a:pPr>
      <a:endParaRPr lang="en-US"/>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12">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b="0" kern="1200" cap="none" spc="0" normalizeH="0" baseline="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75000"/>
        <a:lumOff val="25000"/>
      </a:schemeClr>
    </cs:fontRef>
    <cs:spPr>
      <a:solidFill>
        <a:schemeClr val="dk1">
          <a:lumMod val="15000"/>
          <a:lumOff val="85000"/>
        </a:schemeClr>
      </a:solidFill>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38100" cap="rnd">
        <a:solidFill>
          <a:schemeClr val="phClr"/>
        </a:solidFill>
        <a:round/>
      </a:ln>
    </cs:spPr>
  </cs:dataPointLine>
  <cs:dataPointMarker>
    <cs:lnRef idx="0"/>
    <cs:fillRef idx="0">
      <cs:styleClr val="auto"/>
    </cs:fillRef>
    <cs:effectRef idx="0"/>
    <cs:fontRef idx="minor">
      <a:schemeClr val="dk1"/>
    </cs:fontRef>
    <cs:spPr>
      <a:solidFill>
        <a:schemeClr val="phClr"/>
      </a:solidFill>
    </cs:spPr>
  </cs:dataPointMarker>
  <cs:dataPointMarkerLayout symbol="circle" size="8"/>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50000"/>
            <a:lumOff val="50000"/>
          </a:schemeClr>
        </a:solidFill>
        <a:prstDash val="dash"/>
      </a:ln>
    </cs:spPr>
  </cs:dropLine>
  <cs:errorBar>
    <cs:lnRef idx="0"/>
    <cs:fillRef idx="0"/>
    <cs:effectRef idx="0"/>
    <cs:fontRef idx="minor">
      <a:schemeClr val="dk1"/>
    </cs:fontRef>
    <cs:spPr>
      <a:ln w="9525">
        <a:solidFill>
          <a:schemeClr val="tx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w="9525" cap="flat" cmpd="sng" algn="ctr">
        <a:solidFill>
          <a:schemeClr val="tx1">
            <a:lumMod val="5000"/>
            <a:lumOff val="95000"/>
          </a:schemeClr>
        </a:solidFill>
        <a:round/>
      </a:ln>
    </cs:spPr>
  </cs:gridlineMinor>
  <cs:hiLoLine>
    <cs:lnRef idx="0"/>
    <cs:fillRef idx="0"/>
    <cs:effectRef idx="0"/>
    <cs:fontRef idx="minor">
      <a:schemeClr val="dk1"/>
    </cs:fontRef>
    <cs:spPr>
      <a:ln w="9525">
        <a:solidFill>
          <a:schemeClr val="tx1">
            <a:lumMod val="50000"/>
            <a:lumOff val="50000"/>
          </a:schemeClr>
        </a:solidFill>
        <a:prstDash val="dash"/>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ajor">
      <a:schemeClr val="tx1">
        <a:lumMod val="65000"/>
        <a:lumOff val="35000"/>
      </a:schemeClr>
    </cs:fontRef>
    <cs:defRPr sz="2200" b="0" kern="1200" cap="none" spc="0" normalizeH="0" baseline="0"/>
  </cs:title>
  <cs:trendline>
    <cs:lnRef idx="0">
      <cs:styleClr val="auto"/>
    </cs:lnRef>
    <cs:fillRef idx="0"/>
    <cs:effectRef idx="0"/>
    <cs:fontRef idx="minor">
      <a:schemeClr val="dk1"/>
    </cs:fontRef>
    <cs:spPr>
      <a:ln w="19050" cap="rnd">
        <a:solidFill>
          <a:schemeClr val="phClr"/>
        </a:solidFill>
        <a:round/>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dk1"/>
    </cs:fontRef>
  </cs:wall>
</cs:chartStyle>
</file>

<file path=ppt/drawings/_rels/vmlDrawing1.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6.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1727"/>
          </a:xfrm>
          <a:prstGeom prst="rect">
            <a:avLst/>
          </a:prstGeom>
        </p:spPr>
        <p:txBody>
          <a:bodyPr vert="horz" lIns="96661" tIns="48331" rIns="96661" bIns="48331" rtlCol="0"/>
          <a:lstStyle>
            <a:lvl1pPr algn="l">
              <a:defRPr sz="1300"/>
            </a:lvl1pPr>
          </a:lstStyle>
          <a:p>
            <a:endParaRPr lang="en-US"/>
          </a:p>
        </p:txBody>
      </p:sp>
      <p:sp>
        <p:nvSpPr>
          <p:cNvPr id="3" name="Date Placeholder 2"/>
          <p:cNvSpPr>
            <a:spLocks noGrp="1"/>
          </p:cNvSpPr>
          <p:nvPr>
            <p:ph type="dt" idx="1"/>
          </p:nvPr>
        </p:nvSpPr>
        <p:spPr>
          <a:xfrm>
            <a:off x="4143587" y="0"/>
            <a:ext cx="3169920" cy="481727"/>
          </a:xfrm>
          <a:prstGeom prst="rect">
            <a:avLst/>
          </a:prstGeom>
        </p:spPr>
        <p:txBody>
          <a:bodyPr vert="horz" lIns="96661" tIns="48331" rIns="96661" bIns="48331" rtlCol="0"/>
          <a:lstStyle>
            <a:lvl1pPr algn="r">
              <a:defRPr sz="1300"/>
            </a:lvl1pPr>
          </a:lstStyle>
          <a:p>
            <a:fld id="{3927E7B1-12E9-428A-999E-17FE517C1C92}" type="datetimeFigureOut">
              <a:rPr lang="en-US" smtClean="0"/>
              <a:t>11/5/2021</a:t>
            </a:fld>
            <a:endParaRPr lang="en-US"/>
          </a:p>
        </p:txBody>
      </p:sp>
      <p:sp>
        <p:nvSpPr>
          <p:cNvPr id="4" name="Slide Image Placeholder 3"/>
          <p:cNvSpPr>
            <a:spLocks noGrp="1" noRot="1" noChangeAspect="1"/>
          </p:cNvSpPr>
          <p:nvPr>
            <p:ph type="sldImg" idx="2"/>
          </p:nvPr>
        </p:nvSpPr>
        <p:spPr>
          <a:xfrm>
            <a:off x="777875" y="1200150"/>
            <a:ext cx="5759450" cy="3240088"/>
          </a:xfrm>
          <a:prstGeom prst="rect">
            <a:avLst/>
          </a:prstGeom>
          <a:noFill/>
          <a:ln w="12700">
            <a:solidFill>
              <a:prstClr val="black"/>
            </a:solidFill>
          </a:ln>
        </p:spPr>
        <p:txBody>
          <a:bodyPr vert="horz" lIns="96661" tIns="48331" rIns="96661" bIns="48331" rtlCol="0" anchor="ctr"/>
          <a:lstStyle/>
          <a:p>
            <a:endParaRPr lang="en-US"/>
          </a:p>
        </p:txBody>
      </p:sp>
      <p:sp>
        <p:nvSpPr>
          <p:cNvPr id="5" name="Notes Placeholder 4"/>
          <p:cNvSpPr>
            <a:spLocks noGrp="1"/>
          </p:cNvSpPr>
          <p:nvPr>
            <p:ph type="body" sz="quarter" idx="3"/>
          </p:nvPr>
        </p:nvSpPr>
        <p:spPr>
          <a:xfrm>
            <a:off x="731520" y="4620577"/>
            <a:ext cx="5852160" cy="3780473"/>
          </a:xfrm>
          <a:prstGeom prst="rect">
            <a:avLst/>
          </a:prstGeom>
        </p:spPr>
        <p:txBody>
          <a:bodyPr vert="horz" lIns="96661" tIns="48331" rIns="96661" bIns="48331"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4"/>
            <a:ext cx="3169920" cy="481726"/>
          </a:xfrm>
          <a:prstGeom prst="rect">
            <a:avLst/>
          </a:prstGeom>
        </p:spPr>
        <p:txBody>
          <a:bodyPr vert="horz" lIns="96661" tIns="48331" rIns="96661" bIns="48331" rtlCol="0" anchor="b"/>
          <a:lstStyle>
            <a:lvl1pPr algn="l">
              <a:defRPr sz="1300"/>
            </a:lvl1pPr>
          </a:lstStyle>
          <a:p>
            <a:endParaRPr lang="en-US"/>
          </a:p>
        </p:txBody>
      </p:sp>
      <p:sp>
        <p:nvSpPr>
          <p:cNvPr id="7" name="Slide Number Placeholder 6"/>
          <p:cNvSpPr>
            <a:spLocks noGrp="1"/>
          </p:cNvSpPr>
          <p:nvPr>
            <p:ph type="sldNum" sz="quarter" idx="5"/>
          </p:nvPr>
        </p:nvSpPr>
        <p:spPr>
          <a:xfrm>
            <a:off x="4143587" y="9119474"/>
            <a:ext cx="3169920" cy="481726"/>
          </a:xfrm>
          <a:prstGeom prst="rect">
            <a:avLst/>
          </a:prstGeom>
        </p:spPr>
        <p:txBody>
          <a:bodyPr vert="horz" lIns="96661" tIns="48331" rIns="96661" bIns="48331" rtlCol="0" anchor="b"/>
          <a:lstStyle>
            <a:lvl1pPr algn="r">
              <a:defRPr sz="1300"/>
            </a:lvl1pPr>
          </a:lstStyle>
          <a:p>
            <a:fld id="{42BF41A7-7704-4C64-8FFA-0C3CC80E094B}" type="slidenum">
              <a:rPr lang="en-US" smtClean="0"/>
              <a:t>‹#›</a:t>
            </a:fld>
            <a:endParaRPr lang="en-US"/>
          </a:p>
        </p:txBody>
      </p:sp>
    </p:spTree>
    <p:extLst>
      <p:ext uri="{BB962C8B-B14F-4D97-AF65-F5344CB8AC3E}">
        <p14:creationId xmlns:p14="http://schemas.microsoft.com/office/powerpoint/2010/main" val="19647732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2BF41A7-7704-4C64-8FFA-0C3CC80E094B}" type="slidenum">
              <a:rPr lang="en-US" smtClean="0"/>
              <a:t>1</a:t>
            </a:fld>
            <a:endParaRPr lang="en-US"/>
          </a:p>
        </p:txBody>
      </p:sp>
    </p:spTree>
    <p:extLst>
      <p:ext uri="{BB962C8B-B14F-4D97-AF65-F5344CB8AC3E}">
        <p14:creationId xmlns:p14="http://schemas.microsoft.com/office/powerpoint/2010/main" val="15887262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2BF41A7-7704-4C64-8FFA-0C3CC80E094B}" type="slidenum">
              <a:rPr lang="en-US" smtClean="0"/>
              <a:t>2</a:t>
            </a:fld>
            <a:endParaRPr lang="en-US"/>
          </a:p>
        </p:txBody>
      </p:sp>
    </p:spTree>
    <p:extLst>
      <p:ext uri="{BB962C8B-B14F-4D97-AF65-F5344CB8AC3E}">
        <p14:creationId xmlns:p14="http://schemas.microsoft.com/office/powerpoint/2010/main" val="54053791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2BF41A7-7704-4C64-8FFA-0C3CC80E094B}" type="slidenum">
              <a:rPr lang="en-US" smtClean="0"/>
              <a:t>3</a:t>
            </a:fld>
            <a:endParaRPr lang="en-US"/>
          </a:p>
        </p:txBody>
      </p:sp>
    </p:spTree>
    <p:extLst>
      <p:ext uri="{BB962C8B-B14F-4D97-AF65-F5344CB8AC3E}">
        <p14:creationId xmlns:p14="http://schemas.microsoft.com/office/powerpoint/2010/main" val="42417422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l-PL" dirty="0"/>
          </a:p>
        </p:txBody>
      </p:sp>
      <p:sp>
        <p:nvSpPr>
          <p:cNvPr id="4" name="Slide Number Placeholder 3"/>
          <p:cNvSpPr>
            <a:spLocks noGrp="1"/>
          </p:cNvSpPr>
          <p:nvPr>
            <p:ph type="sldNum" sz="quarter" idx="5"/>
          </p:nvPr>
        </p:nvSpPr>
        <p:spPr/>
        <p:txBody>
          <a:bodyPr/>
          <a:lstStyle/>
          <a:p>
            <a:fld id="{42BF41A7-7704-4C64-8FFA-0C3CC80E094B}" type="slidenum">
              <a:rPr lang="en-US" smtClean="0"/>
              <a:t>4</a:t>
            </a:fld>
            <a:endParaRPr lang="en-US"/>
          </a:p>
        </p:txBody>
      </p:sp>
    </p:spTree>
    <p:extLst>
      <p:ext uri="{BB962C8B-B14F-4D97-AF65-F5344CB8AC3E}">
        <p14:creationId xmlns:p14="http://schemas.microsoft.com/office/powerpoint/2010/main" val="23731597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l-PL" dirty="0"/>
          </a:p>
        </p:txBody>
      </p:sp>
      <p:sp>
        <p:nvSpPr>
          <p:cNvPr id="4" name="Slide Number Placeholder 3"/>
          <p:cNvSpPr>
            <a:spLocks noGrp="1"/>
          </p:cNvSpPr>
          <p:nvPr>
            <p:ph type="sldNum" sz="quarter" idx="5"/>
          </p:nvPr>
        </p:nvSpPr>
        <p:spPr/>
        <p:txBody>
          <a:bodyPr/>
          <a:lstStyle/>
          <a:p>
            <a:fld id="{42BF41A7-7704-4C64-8FFA-0C3CC80E094B}" type="slidenum">
              <a:rPr lang="en-US" smtClean="0"/>
              <a:t>5</a:t>
            </a:fld>
            <a:endParaRPr lang="en-US"/>
          </a:p>
        </p:txBody>
      </p:sp>
    </p:spTree>
    <p:extLst>
      <p:ext uri="{BB962C8B-B14F-4D97-AF65-F5344CB8AC3E}">
        <p14:creationId xmlns:p14="http://schemas.microsoft.com/office/powerpoint/2010/main" val="7619310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2BF41A7-7704-4C64-8FFA-0C3CC80E094B}" type="slidenum">
              <a:rPr lang="en-US" smtClean="0"/>
              <a:t>6</a:t>
            </a:fld>
            <a:endParaRPr lang="en-US"/>
          </a:p>
        </p:txBody>
      </p:sp>
    </p:spTree>
    <p:extLst>
      <p:ext uri="{BB962C8B-B14F-4D97-AF65-F5344CB8AC3E}">
        <p14:creationId xmlns:p14="http://schemas.microsoft.com/office/powerpoint/2010/main" val="247354597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l-PL" dirty="0"/>
          </a:p>
        </p:txBody>
      </p:sp>
      <p:sp>
        <p:nvSpPr>
          <p:cNvPr id="4" name="Slide Number Placeholder 3"/>
          <p:cNvSpPr>
            <a:spLocks noGrp="1"/>
          </p:cNvSpPr>
          <p:nvPr>
            <p:ph type="sldNum" sz="quarter" idx="5"/>
          </p:nvPr>
        </p:nvSpPr>
        <p:spPr/>
        <p:txBody>
          <a:bodyPr/>
          <a:lstStyle/>
          <a:p>
            <a:fld id="{42BF41A7-7704-4C64-8FFA-0C3CC80E094B}" type="slidenum">
              <a:rPr lang="en-US" smtClean="0"/>
              <a:t>7</a:t>
            </a:fld>
            <a:endParaRPr lang="en-US"/>
          </a:p>
        </p:txBody>
      </p:sp>
    </p:spTree>
    <p:extLst>
      <p:ext uri="{BB962C8B-B14F-4D97-AF65-F5344CB8AC3E}">
        <p14:creationId xmlns:p14="http://schemas.microsoft.com/office/powerpoint/2010/main" val="26023030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l-PL" dirty="0"/>
          </a:p>
        </p:txBody>
      </p:sp>
      <p:sp>
        <p:nvSpPr>
          <p:cNvPr id="4" name="Slide Number Placeholder 3"/>
          <p:cNvSpPr>
            <a:spLocks noGrp="1"/>
          </p:cNvSpPr>
          <p:nvPr>
            <p:ph type="sldNum" sz="quarter" idx="5"/>
          </p:nvPr>
        </p:nvSpPr>
        <p:spPr/>
        <p:txBody>
          <a:bodyPr/>
          <a:lstStyle/>
          <a:p>
            <a:fld id="{42BF41A7-7704-4C64-8FFA-0C3CC80E094B}" type="slidenum">
              <a:rPr lang="en-US" smtClean="0"/>
              <a:t>8</a:t>
            </a:fld>
            <a:endParaRPr lang="en-US"/>
          </a:p>
        </p:txBody>
      </p:sp>
    </p:spTree>
    <p:extLst>
      <p:ext uri="{BB962C8B-B14F-4D97-AF65-F5344CB8AC3E}">
        <p14:creationId xmlns:p14="http://schemas.microsoft.com/office/powerpoint/2010/main" val="182945679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2BF41A7-7704-4C64-8FFA-0C3CC80E094B}" type="slidenum">
              <a:rPr lang="en-US" smtClean="0"/>
              <a:t>9</a:t>
            </a:fld>
            <a:endParaRPr lang="en-US"/>
          </a:p>
        </p:txBody>
      </p:sp>
    </p:spTree>
    <p:extLst>
      <p:ext uri="{BB962C8B-B14F-4D97-AF65-F5344CB8AC3E}">
        <p14:creationId xmlns:p14="http://schemas.microsoft.com/office/powerpoint/2010/main" val="73631172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l-PL" dirty="0"/>
          </a:p>
        </p:txBody>
      </p:sp>
      <p:sp>
        <p:nvSpPr>
          <p:cNvPr id="4" name="Slide Number Placeholder 3"/>
          <p:cNvSpPr>
            <a:spLocks noGrp="1"/>
          </p:cNvSpPr>
          <p:nvPr>
            <p:ph type="sldNum" sz="quarter" idx="5"/>
          </p:nvPr>
        </p:nvSpPr>
        <p:spPr/>
        <p:txBody>
          <a:bodyPr/>
          <a:lstStyle/>
          <a:p>
            <a:fld id="{42BF41A7-7704-4C64-8FFA-0C3CC80E094B}" type="slidenum">
              <a:rPr lang="en-US" smtClean="0"/>
              <a:t>10</a:t>
            </a:fld>
            <a:endParaRPr lang="en-US"/>
          </a:p>
        </p:txBody>
      </p:sp>
    </p:spTree>
    <p:extLst>
      <p:ext uri="{BB962C8B-B14F-4D97-AF65-F5344CB8AC3E}">
        <p14:creationId xmlns:p14="http://schemas.microsoft.com/office/powerpoint/2010/main" val="68361704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2BF41A7-7704-4C64-8FFA-0C3CC80E094B}" type="slidenum">
              <a:rPr lang="en-US" smtClean="0"/>
              <a:t>11</a:t>
            </a:fld>
            <a:endParaRPr lang="en-US"/>
          </a:p>
        </p:txBody>
      </p:sp>
    </p:spTree>
    <p:extLst>
      <p:ext uri="{BB962C8B-B14F-4D97-AF65-F5344CB8AC3E}">
        <p14:creationId xmlns:p14="http://schemas.microsoft.com/office/powerpoint/2010/main" val="296960163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l-PL" dirty="0"/>
          </a:p>
        </p:txBody>
      </p:sp>
      <p:sp>
        <p:nvSpPr>
          <p:cNvPr id="4" name="Slide Number Placeholder 3"/>
          <p:cNvSpPr>
            <a:spLocks noGrp="1"/>
          </p:cNvSpPr>
          <p:nvPr>
            <p:ph type="sldNum" sz="quarter" idx="5"/>
          </p:nvPr>
        </p:nvSpPr>
        <p:spPr/>
        <p:txBody>
          <a:bodyPr/>
          <a:lstStyle/>
          <a:p>
            <a:fld id="{42BF41A7-7704-4C64-8FFA-0C3CC80E094B}" type="slidenum">
              <a:rPr lang="en-US" smtClean="0"/>
              <a:t>12</a:t>
            </a:fld>
            <a:endParaRPr lang="en-US"/>
          </a:p>
        </p:txBody>
      </p:sp>
    </p:spTree>
    <p:extLst>
      <p:ext uri="{BB962C8B-B14F-4D97-AF65-F5344CB8AC3E}">
        <p14:creationId xmlns:p14="http://schemas.microsoft.com/office/powerpoint/2010/main" val="34809244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olo 1"/>
          <p:cNvSpPr>
            <a:spLocks noGrp="1"/>
          </p:cNvSpPr>
          <p:nvPr>
            <p:ph type="ctrTitle"/>
          </p:nvPr>
        </p:nvSpPr>
        <p:spPr>
          <a:xfrm>
            <a:off x="1524000" y="1122363"/>
            <a:ext cx="9144000" cy="2387600"/>
          </a:xfrm>
        </p:spPr>
        <p:txBody>
          <a:bodyPr anchor="b"/>
          <a:lstStyle>
            <a:lvl1pPr algn="ctr">
              <a:defRPr sz="6000"/>
            </a:lvl1pPr>
          </a:lstStyle>
          <a:p>
            <a:r>
              <a:rPr lang="it-IT"/>
              <a:t>Fare clic per modificare lo stile del titolo</a:t>
            </a:r>
          </a:p>
        </p:txBody>
      </p:sp>
      <p:sp>
        <p:nvSpPr>
          <p:cNvPr id="3" name="Sottotito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t-IT"/>
              <a:t>Fare clic per modificare lo stile del sottotitolo dello schema</a:t>
            </a:r>
          </a:p>
        </p:txBody>
      </p:sp>
      <p:sp>
        <p:nvSpPr>
          <p:cNvPr id="4" name="Segnaposto data 3"/>
          <p:cNvSpPr>
            <a:spLocks noGrp="1"/>
          </p:cNvSpPr>
          <p:nvPr>
            <p:ph type="dt" sz="half" idx="10"/>
          </p:nvPr>
        </p:nvSpPr>
        <p:spPr/>
        <p:txBody>
          <a:bodyPr/>
          <a:lstStyle/>
          <a:p>
            <a:fld id="{5BC59CAA-013D-421D-A2A1-AE345E3B00B2}" type="datetimeFigureOut">
              <a:rPr lang="it-IT" smtClean="0"/>
              <a:t>05/11/2021</a:t>
            </a:fld>
            <a:endParaRPr lang="it-IT"/>
          </a:p>
        </p:txBody>
      </p:sp>
      <p:sp>
        <p:nvSpPr>
          <p:cNvPr id="5" name="Segnaposto piè di pagina 4"/>
          <p:cNvSpPr>
            <a:spLocks noGrp="1"/>
          </p:cNvSpPr>
          <p:nvPr>
            <p:ph type="ftr" sz="quarter" idx="11"/>
          </p:nvPr>
        </p:nvSpPr>
        <p:spPr/>
        <p:txBody>
          <a:bodyPr/>
          <a:lstStyle/>
          <a:p>
            <a:endParaRPr lang="it-IT"/>
          </a:p>
        </p:txBody>
      </p:sp>
      <p:sp>
        <p:nvSpPr>
          <p:cNvPr id="6" name="Segnaposto numero diapositiva 5"/>
          <p:cNvSpPr>
            <a:spLocks noGrp="1"/>
          </p:cNvSpPr>
          <p:nvPr>
            <p:ph type="sldNum" sz="quarter" idx="12"/>
          </p:nvPr>
        </p:nvSpPr>
        <p:spPr/>
        <p:txBody>
          <a:bodyPr/>
          <a:lstStyle/>
          <a:p>
            <a:fld id="{0D47A9B6-24A9-47FC-8BAF-5C6AB882DD9E}" type="slidenum">
              <a:rPr lang="it-IT" smtClean="0"/>
              <a:t>‹#›</a:t>
            </a:fld>
            <a:endParaRPr lang="it-IT"/>
          </a:p>
        </p:txBody>
      </p:sp>
    </p:spTree>
    <p:extLst>
      <p:ext uri="{BB962C8B-B14F-4D97-AF65-F5344CB8AC3E}">
        <p14:creationId xmlns:p14="http://schemas.microsoft.com/office/powerpoint/2010/main" val="34000486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lo stile del titolo</a:t>
            </a:r>
          </a:p>
        </p:txBody>
      </p:sp>
      <p:sp>
        <p:nvSpPr>
          <p:cNvPr id="3" name="Segnaposto contenuto 2"/>
          <p:cNvSpPr>
            <a:spLocks noGrp="1"/>
          </p:cNvSpPr>
          <p:nvPr>
            <p:ph idx="1"/>
          </p:nvPr>
        </p:nvSpPr>
        <p:spPr/>
        <p:txBody>
          <a:bodyPr/>
          <a:lstStyle/>
          <a:p>
            <a:pPr lvl="0"/>
            <a:r>
              <a:rPr lang="it-IT"/>
              <a:t>Modifica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p:cNvSpPr>
            <a:spLocks noGrp="1"/>
          </p:cNvSpPr>
          <p:nvPr>
            <p:ph type="dt" sz="half" idx="10"/>
          </p:nvPr>
        </p:nvSpPr>
        <p:spPr/>
        <p:txBody>
          <a:bodyPr/>
          <a:lstStyle/>
          <a:p>
            <a:fld id="{5BC59CAA-013D-421D-A2A1-AE345E3B00B2}" type="datetimeFigureOut">
              <a:rPr lang="it-IT" smtClean="0"/>
              <a:t>05/11/2021</a:t>
            </a:fld>
            <a:endParaRPr lang="it-IT"/>
          </a:p>
        </p:txBody>
      </p:sp>
      <p:sp>
        <p:nvSpPr>
          <p:cNvPr id="5" name="Segnaposto piè di pagina 4"/>
          <p:cNvSpPr>
            <a:spLocks noGrp="1"/>
          </p:cNvSpPr>
          <p:nvPr>
            <p:ph type="ftr" sz="quarter" idx="11"/>
          </p:nvPr>
        </p:nvSpPr>
        <p:spPr/>
        <p:txBody>
          <a:bodyPr/>
          <a:lstStyle/>
          <a:p>
            <a:endParaRPr lang="it-IT"/>
          </a:p>
        </p:txBody>
      </p:sp>
      <p:sp>
        <p:nvSpPr>
          <p:cNvPr id="6" name="Segnaposto numero diapositiva 5"/>
          <p:cNvSpPr>
            <a:spLocks noGrp="1"/>
          </p:cNvSpPr>
          <p:nvPr>
            <p:ph type="sldNum" sz="quarter" idx="12"/>
          </p:nvPr>
        </p:nvSpPr>
        <p:spPr/>
        <p:txBody>
          <a:bodyPr/>
          <a:lstStyle/>
          <a:p>
            <a:fld id="{0D47A9B6-24A9-47FC-8BAF-5C6AB882DD9E}" type="slidenum">
              <a:rPr lang="it-IT" smtClean="0"/>
              <a:t>‹#›</a:t>
            </a:fld>
            <a:endParaRPr lang="it-IT"/>
          </a:p>
        </p:txBody>
      </p:sp>
    </p:spTree>
    <p:extLst>
      <p:ext uri="{BB962C8B-B14F-4D97-AF65-F5344CB8AC3E}">
        <p14:creationId xmlns:p14="http://schemas.microsoft.com/office/powerpoint/2010/main" val="6491462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olo 1"/>
          <p:cNvSpPr>
            <a:spLocks noGrp="1"/>
          </p:cNvSpPr>
          <p:nvPr>
            <p:ph type="title"/>
          </p:nvPr>
        </p:nvSpPr>
        <p:spPr>
          <a:xfrm>
            <a:off x="831850" y="1709738"/>
            <a:ext cx="10515600" cy="2852737"/>
          </a:xfrm>
        </p:spPr>
        <p:txBody>
          <a:bodyPr anchor="b"/>
          <a:lstStyle>
            <a:lvl1pPr>
              <a:defRPr sz="6000"/>
            </a:lvl1pPr>
          </a:lstStyle>
          <a:p>
            <a:r>
              <a:rPr lang="it-IT"/>
              <a:t>Fare clic per modificare lo stile del titolo</a:t>
            </a:r>
          </a:p>
        </p:txBody>
      </p:sp>
      <p:sp>
        <p:nvSpPr>
          <p:cNvPr id="3" name="Segnaposto tes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it-IT"/>
              <a:t>Modifica gli stili del testo dello schema</a:t>
            </a:r>
          </a:p>
        </p:txBody>
      </p:sp>
      <p:sp>
        <p:nvSpPr>
          <p:cNvPr id="4" name="Segnaposto data 3"/>
          <p:cNvSpPr>
            <a:spLocks noGrp="1"/>
          </p:cNvSpPr>
          <p:nvPr>
            <p:ph type="dt" sz="half" idx="10"/>
          </p:nvPr>
        </p:nvSpPr>
        <p:spPr/>
        <p:txBody>
          <a:bodyPr/>
          <a:lstStyle/>
          <a:p>
            <a:fld id="{5BC59CAA-013D-421D-A2A1-AE345E3B00B2}" type="datetimeFigureOut">
              <a:rPr lang="it-IT" smtClean="0"/>
              <a:t>05/11/2021</a:t>
            </a:fld>
            <a:endParaRPr lang="it-IT"/>
          </a:p>
        </p:txBody>
      </p:sp>
      <p:sp>
        <p:nvSpPr>
          <p:cNvPr id="5" name="Segnaposto piè di pagina 4"/>
          <p:cNvSpPr>
            <a:spLocks noGrp="1"/>
          </p:cNvSpPr>
          <p:nvPr>
            <p:ph type="ftr" sz="quarter" idx="11"/>
          </p:nvPr>
        </p:nvSpPr>
        <p:spPr/>
        <p:txBody>
          <a:bodyPr/>
          <a:lstStyle/>
          <a:p>
            <a:endParaRPr lang="it-IT"/>
          </a:p>
        </p:txBody>
      </p:sp>
      <p:sp>
        <p:nvSpPr>
          <p:cNvPr id="6" name="Segnaposto numero diapositiva 5"/>
          <p:cNvSpPr>
            <a:spLocks noGrp="1"/>
          </p:cNvSpPr>
          <p:nvPr>
            <p:ph type="sldNum" sz="quarter" idx="12"/>
          </p:nvPr>
        </p:nvSpPr>
        <p:spPr/>
        <p:txBody>
          <a:bodyPr/>
          <a:lstStyle/>
          <a:p>
            <a:fld id="{0D47A9B6-24A9-47FC-8BAF-5C6AB882DD9E}" type="slidenum">
              <a:rPr lang="it-IT" smtClean="0"/>
              <a:t>‹#›</a:t>
            </a:fld>
            <a:endParaRPr lang="it-IT"/>
          </a:p>
        </p:txBody>
      </p:sp>
    </p:spTree>
    <p:extLst>
      <p:ext uri="{BB962C8B-B14F-4D97-AF65-F5344CB8AC3E}">
        <p14:creationId xmlns:p14="http://schemas.microsoft.com/office/powerpoint/2010/main" val="2050410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lo stile del titolo</a:t>
            </a:r>
          </a:p>
        </p:txBody>
      </p:sp>
      <p:sp>
        <p:nvSpPr>
          <p:cNvPr id="3" name="Segnaposto contenuto 2"/>
          <p:cNvSpPr>
            <a:spLocks noGrp="1"/>
          </p:cNvSpPr>
          <p:nvPr>
            <p:ph sz="half" idx="1"/>
          </p:nvPr>
        </p:nvSpPr>
        <p:spPr>
          <a:xfrm>
            <a:off x="838200" y="1825625"/>
            <a:ext cx="5181600" cy="4351338"/>
          </a:xfrm>
        </p:spPr>
        <p:txBody>
          <a:bodyPr/>
          <a:lstStyle/>
          <a:p>
            <a:pPr lvl="0"/>
            <a:r>
              <a:rPr lang="it-IT"/>
              <a:t>Modifica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contenuto 3"/>
          <p:cNvSpPr>
            <a:spLocks noGrp="1"/>
          </p:cNvSpPr>
          <p:nvPr>
            <p:ph sz="half" idx="2"/>
          </p:nvPr>
        </p:nvSpPr>
        <p:spPr>
          <a:xfrm>
            <a:off x="6172200" y="1825625"/>
            <a:ext cx="5181600" cy="4351338"/>
          </a:xfrm>
        </p:spPr>
        <p:txBody>
          <a:bodyPr/>
          <a:lstStyle/>
          <a:p>
            <a:pPr lvl="0"/>
            <a:r>
              <a:rPr lang="it-IT"/>
              <a:t>Modifica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data 4"/>
          <p:cNvSpPr>
            <a:spLocks noGrp="1"/>
          </p:cNvSpPr>
          <p:nvPr>
            <p:ph type="dt" sz="half" idx="10"/>
          </p:nvPr>
        </p:nvSpPr>
        <p:spPr/>
        <p:txBody>
          <a:bodyPr/>
          <a:lstStyle/>
          <a:p>
            <a:fld id="{5BC59CAA-013D-421D-A2A1-AE345E3B00B2}" type="datetimeFigureOut">
              <a:rPr lang="it-IT" smtClean="0"/>
              <a:t>05/11/2021</a:t>
            </a:fld>
            <a:endParaRPr lang="it-IT"/>
          </a:p>
        </p:txBody>
      </p:sp>
      <p:sp>
        <p:nvSpPr>
          <p:cNvPr id="6" name="Segnaposto piè di pagina 5"/>
          <p:cNvSpPr>
            <a:spLocks noGrp="1"/>
          </p:cNvSpPr>
          <p:nvPr>
            <p:ph type="ftr" sz="quarter" idx="11"/>
          </p:nvPr>
        </p:nvSpPr>
        <p:spPr/>
        <p:txBody>
          <a:bodyPr/>
          <a:lstStyle/>
          <a:p>
            <a:endParaRPr lang="it-IT"/>
          </a:p>
        </p:txBody>
      </p:sp>
      <p:sp>
        <p:nvSpPr>
          <p:cNvPr id="7" name="Segnaposto numero diapositiva 6"/>
          <p:cNvSpPr>
            <a:spLocks noGrp="1"/>
          </p:cNvSpPr>
          <p:nvPr>
            <p:ph type="sldNum" sz="quarter" idx="12"/>
          </p:nvPr>
        </p:nvSpPr>
        <p:spPr/>
        <p:txBody>
          <a:bodyPr/>
          <a:lstStyle/>
          <a:p>
            <a:fld id="{0D47A9B6-24A9-47FC-8BAF-5C6AB882DD9E}" type="slidenum">
              <a:rPr lang="it-IT" smtClean="0"/>
              <a:t>‹#›</a:t>
            </a:fld>
            <a:endParaRPr lang="it-IT"/>
          </a:p>
        </p:txBody>
      </p:sp>
    </p:spTree>
    <p:extLst>
      <p:ext uri="{BB962C8B-B14F-4D97-AF65-F5344CB8AC3E}">
        <p14:creationId xmlns:p14="http://schemas.microsoft.com/office/powerpoint/2010/main" val="41189941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olo 1"/>
          <p:cNvSpPr>
            <a:spLocks noGrp="1"/>
          </p:cNvSpPr>
          <p:nvPr>
            <p:ph type="title"/>
          </p:nvPr>
        </p:nvSpPr>
        <p:spPr>
          <a:xfrm>
            <a:off x="839788" y="365125"/>
            <a:ext cx="10515600" cy="1325563"/>
          </a:xfrm>
        </p:spPr>
        <p:txBody>
          <a:bodyPr/>
          <a:lstStyle/>
          <a:p>
            <a:r>
              <a:rPr lang="it-IT"/>
              <a:t>Fare clic per modificare lo stile del titolo</a:t>
            </a:r>
          </a:p>
        </p:txBody>
      </p:sp>
      <p:sp>
        <p:nvSpPr>
          <p:cNvPr id="3" name="Segnaposto tes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Modifica gli stili del testo dello schema</a:t>
            </a:r>
          </a:p>
        </p:txBody>
      </p:sp>
      <p:sp>
        <p:nvSpPr>
          <p:cNvPr id="4" name="Segnaposto contenuto 3"/>
          <p:cNvSpPr>
            <a:spLocks noGrp="1"/>
          </p:cNvSpPr>
          <p:nvPr>
            <p:ph sz="half" idx="2"/>
          </p:nvPr>
        </p:nvSpPr>
        <p:spPr>
          <a:xfrm>
            <a:off x="839788" y="2505075"/>
            <a:ext cx="5157787" cy="3684588"/>
          </a:xfrm>
        </p:spPr>
        <p:txBody>
          <a:bodyPr/>
          <a:lstStyle/>
          <a:p>
            <a:pPr lvl="0"/>
            <a:r>
              <a:rPr lang="it-IT"/>
              <a:t>Modifica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tes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Modifica gli stili del testo dello schema</a:t>
            </a:r>
          </a:p>
        </p:txBody>
      </p:sp>
      <p:sp>
        <p:nvSpPr>
          <p:cNvPr id="6" name="Segnaposto contenuto 5"/>
          <p:cNvSpPr>
            <a:spLocks noGrp="1"/>
          </p:cNvSpPr>
          <p:nvPr>
            <p:ph sz="quarter" idx="4"/>
          </p:nvPr>
        </p:nvSpPr>
        <p:spPr>
          <a:xfrm>
            <a:off x="6172200" y="2505075"/>
            <a:ext cx="5183188" cy="3684588"/>
          </a:xfrm>
        </p:spPr>
        <p:txBody>
          <a:bodyPr/>
          <a:lstStyle/>
          <a:p>
            <a:pPr lvl="0"/>
            <a:r>
              <a:rPr lang="it-IT"/>
              <a:t>Modifica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7" name="Segnaposto data 6"/>
          <p:cNvSpPr>
            <a:spLocks noGrp="1"/>
          </p:cNvSpPr>
          <p:nvPr>
            <p:ph type="dt" sz="half" idx="10"/>
          </p:nvPr>
        </p:nvSpPr>
        <p:spPr/>
        <p:txBody>
          <a:bodyPr/>
          <a:lstStyle/>
          <a:p>
            <a:fld id="{5BC59CAA-013D-421D-A2A1-AE345E3B00B2}" type="datetimeFigureOut">
              <a:rPr lang="it-IT" smtClean="0"/>
              <a:t>05/11/2021</a:t>
            </a:fld>
            <a:endParaRPr lang="it-IT"/>
          </a:p>
        </p:txBody>
      </p:sp>
      <p:sp>
        <p:nvSpPr>
          <p:cNvPr id="8" name="Segnaposto piè di pagina 7"/>
          <p:cNvSpPr>
            <a:spLocks noGrp="1"/>
          </p:cNvSpPr>
          <p:nvPr>
            <p:ph type="ftr" sz="quarter" idx="11"/>
          </p:nvPr>
        </p:nvSpPr>
        <p:spPr/>
        <p:txBody>
          <a:bodyPr/>
          <a:lstStyle/>
          <a:p>
            <a:endParaRPr lang="it-IT"/>
          </a:p>
        </p:txBody>
      </p:sp>
      <p:sp>
        <p:nvSpPr>
          <p:cNvPr id="9" name="Segnaposto numero diapositiva 8"/>
          <p:cNvSpPr>
            <a:spLocks noGrp="1"/>
          </p:cNvSpPr>
          <p:nvPr>
            <p:ph type="sldNum" sz="quarter" idx="12"/>
          </p:nvPr>
        </p:nvSpPr>
        <p:spPr/>
        <p:txBody>
          <a:bodyPr/>
          <a:lstStyle/>
          <a:p>
            <a:fld id="{0D47A9B6-24A9-47FC-8BAF-5C6AB882DD9E}" type="slidenum">
              <a:rPr lang="it-IT" smtClean="0"/>
              <a:t>‹#›</a:t>
            </a:fld>
            <a:endParaRPr lang="it-IT"/>
          </a:p>
        </p:txBody>
      </p:sp>
    </p:spTree>
    <p:extLst>
      <p:ext uri="{BB962C8B-B14F-4D97-AF65-F5344CB8AC3E}">
        <p14:creationId xmlns:p14="http://schemas.microsoft.com/office/powerpoint/2010/main" val="14018357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lo stile del titolo</a:t>
            </a:r>
          </a:p>
        </p:txBody>
      </p:sp>
      <p:sp>
        <p:nvSpPr>
          <p:cNvPr id="3" name="Segnaposto data 2"/>
          <p:cNvSpPr>
            <a:spLocks noGrp="1"/>
          </p:cNvSpPr>
          <p:nvPr>
            <p:ph type="dt" sz="half" idx="10"/>
          </p:nvPr>
        </p:nvSpPr>
        <p:spPr/>
        <p:txBody>
          <a:bodyPr/>
          <a:lstStyle/>
          <a:p>
            <a:fld id="{5BC59CAA-013D-421D-A2A1-AE345E3B00B2}" type="datetimeFigureOut">
              <a:rPr lang="it-IT" smtClean="0"/>
              <a:t>05/11/2021</a:t>
            </a:fld>
            <a:endParaRPr lang="it-IT"/>
          </a:p>
        </p:txBody>
      </p:sp>
      <p:sp>
        <p:nvSpPr>
          <p:cNvPr id="4" name="Segnaposto piè di pagina 3"/>
          <p:cNvSpPr>
            <a:spLocks noGrp="1"/>
          </p:cNvSpPr>
          <p:nvPr>
            <p:ph type="ftr" sz="quarter" idx="11"/>
          </p:nvPr>
        </p:nvSpPr>
        <p:spPr/>
        <p:txBody>
          <a:bodyPr/>
          <a:lstStyle/>
          <a:p>
            <a:endParaRPr lang="it-IT"/>
          </a:p>
        </p:txBody>
      </p:sp>
      <p:sp>
        <p:nvSpPr>
          <p:cNvPr id="5" name="Segnaposto numero diapositiva 4"/>
          <p:cNvSpPr>
            <a:spLocks noGrp="1"/>
          </p:cNvSpPr>
          <p:nvPr>
            <p:ph type="sldNum" sz="quarter" idx="12"/>
          </p:nvPr>
        </p:nvSpPr>
        <p:spPr/>
        <p:txBody>
          <a:bodyPr/>
          <a:lstStyle/>
          <a:p>
            <a:fld id="{0D47A9B6-24A9-47FC-8BAF-5C6AB882DD9E}" type="slidenum">
              <a:rPr lang="it-IT" smtClean="0"/>
              <a:t>‹#›</a:t>
            </a:fld>
            <a:endParaRPr lang="it-IT"/>
          </a:p>
        </p:txBody>
      </p:sp>
    </p:spTree>
    <p:extLst>
      <p:ext uri="{BB962C8B-B14F-4D97-AF65-F5344CB8AC3E}">
        <p14:creationId xmlns:p14="http://schemas.microsoft.com/office/powerpoint/2010/main" val="42884502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Segnaposto data 1"/>
          <p:cNvSpPr>
            <a:spLocks noGrp="1"/>
          </p:cNvSpPr>
          <p:nvPr>
            <p:ph type="dt" sz="half" idx="10"/>
          </p:nvPr>
        </p:nvSpPr>
        <p:spPr/>
        <p:txBody>
          <a:bodyPr/>
          <a:lstStyle/>
          <a:p>
            <a:fld id="{5BC59CAA-013D-421D-A2A1-AE345E3B00B2}" type="datetimeFigureOut">
              <a:rPr lang="it-IT" smtClean="0"/>
              <a:t>05/11/2021</a:t>
            </a:fld>
            <a:endParaRPr lang="it-IT"/>
          </a:p>
        </p:txBody>
      </p:sp>
      <p:sp>
        <p:nvSpPr>
          <p:cNvPr id="3" name="Segnaposto piè di pagina 2"/>
          <p:cNvSpPr>
            <a:spLocks noGrp="1"/>
          </p:cNvSpPr>
          <p:nvPr>
            <p:ph type="ftr" sz="quarter" idx="11"/>
          </p:nvPr>
        </p:nvSpPr>
        <p:spPr/>
        <p:txBody>
          <a:bodyPr/>
          <a:lstStyle/>
          <a:p>
            <a:endParaRPr lang="it-IT"/>
          </a:p>
        </p:txBody>
      </p:sp>
      <p:sp>
        <p:nvSpPr>
          <p:cNvPr id="4" name="Segnaposto numero diapositiva 3"/>
          <p:cNvSpPr>
            <a:spLocks noGrp="1"/>
          </p:cNvSpPr>
          <p:nvPr>
            <p:ph type="sldNum" sz="quarter" idx="12"/>
          </p:nvPr>
        </p:nvSpPr>
        <p:spPr/>
        <p:txBody>
          <a:bodyPr/>
          <a:lstStyle/>
          <a:p>
            <a:fld id="{0D47A9B6-24A9-47FC-8BAF-5C6AB882DD9E}" type="slidenum">
              <a:rPr lang="it-IT" smtClean="0"/>
              <a:t>‹#›</a:t>
            </a:fld>
            <a:endParaRPr lang="it-IT"/>
          </a:p>
        </p:txBody>
      </p:sp>
    </p:spTree>
    <p:extLst>
      <p:ext uri="{BB962C8B-B14F-4D97-AF65-F5344CB8AC3E}">
        <p14:creationId xmlns:p14="http://schemas.microsoft.com/office/powerpoint/2010/main" val="42297278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olo 1"/>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a:t>
            </a:r>
          </a:p>
        </p:txBody>
      </p:sp>
      <p:sp>
        <p:nvSpPr>
          <p:cNvPr id="3" name="Segnaposto contenut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it-IT"/>
              <a:t>Modifica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tes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Modifica gli stili del testo dello schema</a:t>
            </a:r>
          </a:p>
        </p:txBody>
      </p:sp>
      <p:sp>
        <p:nvSpPr>
          <p:cNvPr id="5" name="Segnaposto data 4"/>
          <p:cNvSpPr>
            <a:spLocks noGrp="1"/>
          </p:cNvSpPr>
          <p:nvPr>
            <p:ph type="dt" sz="half" idx="10"/>
          </p:nvPr>
        </p:nvSpPr>
        <p:spPr/>
        <p:txBody>
          <a:bodyPr/>
          <a:lstStyle/>
          <a:p>
            <a:fld id="{5BC59CAA-013D-421D-A2A1-AE345E3B00B2}" type="datetimeFigureOut">
              <a:rPr lang="it-IT" smtClean="0"/>
              <a:t>05/11/2021</a:t>
            </a:fld>
            <a:endParaRPr lang="it-IT"/>
          </a:p>
        </p:txBody>
      </p:sp>
      <p:sp>
        <p:nvSpPr>
          <p:cNvPr id="6" name="Segnaposto piè di pagina 5"/>
          <p:cNvSpPr>
            <a:spLocks noGrp="1"/>
          </p:cNvSpPr>
          <p:nvPr>
            <p:ph type="ftr" sz="quarter" idx="11"/>
          </p:nvPr>
        </p:nvSpPr>
        <p:spPr/>
        <p:txBody>
          <a:bodyPr/>
          <a:lstStyle/>
          <a:p>
            <a:endParaRPr lang="it-IT"/>
          </a:p>
        </p:txBody>
      </p:sp>
      <p:sp>
        <p:nvSpPr>
          <p:cNvPr id="7" name="Segnaposto numero diapositiva 6"/>
          <p:cNvSpPr>
            <a:spLocks noGrp="1"/>
          </p:cNvSpPr>
          <p:nvPr>
            <p:ph type="sldNum" sz="quarter" idx="12"/>
          </p:nvPr>
        </p:nvSpPr>
        <p:spPr/>
        <p:txBody>
          <a:bodyPr/>
          <a:lstStyle/>
          <a:p>
            <a:fld id="{0D47A9B6-24A9-47FC-8BAF-5C6AB882DD9E}" type="slidenum">
              <a:rPr lang="it-IT" smtClean="0"/>
              <a:t>‹#›</a:t>
            </a:fld>
            <a:endParaRPr lang="it-IT"/>
          </a:p>
        </p:txBody>
      </p:sp>
    </p:spTree>
    <p:extLst>
      <p:ext uri="{BB962C8B-B14F-4D97-AF65-F5344CB8AC3E}">
        <p14:creationId xmlns:p14="http://schemas.microsoft.com/office/powerpoint/2010/main" val="30315930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olo 1"/>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a:t>
            </a:r>
          </a:p>
        </p:txBody>
      </p:sp>
      <p:sp>
        <p:nvSpPr>
          <p:cNvPr id="3" name="Segnaposto immagin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it-IT"/>
          </a:p>
        </p:txBody>
      </p:sp>
      <p:sp>
        <p:nvSpPr>
          <p:cNvPr id="4" name="Segnaposto tes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Modifica gli stili del testo dello schema</a:t>
            </a:r>
          </a:p>
        </p:txBody>
      </p:sp>
      <p:sp>
        <p:nvSpPr>
          <p:cNvPr id="5" name="Segnaposto data 4"/>
          <p:cNvSpPr>
            <a:spLocks noGrp="1"/>
          </p:cNvSpPr>
          <p:nvPr>
            <p:ph type="dt" sz="half" idx="10"/>
          </p:nvPr>
        </p:nvSpPr>
        <p:spPr/>
        <p:txBody>
          <a:bodyPr/>
          <a:lstStyle/>
          <a:p>
            <a:fld id="{5BC59CAA-013D-421D-A2A1-AE345E3B00B2}" type="datetimeFigureOut">
              <a:rPr lang="it-IT" smtClean="0"/>
              <a:t>05/11/2021</a:t>
            </a:fld>
            <a:endParaRPr lang="it-IT"/>
          </a:p>
        </p:txBody>
      </p:sp>
      <p:sp>
        <p:nvSpPr>
          <p:cNvPr id="6" name="Segnaposto piè di pagina 5"/>
          <p:cNvSpPr>
            <a:spLocks noGrp="1"/>
          </p:cNvSpPr>
          <p:nvPr>
            <p:ph type="ftr" sz="quarter" idx="11"/>
          </p:nvPr>
        </p:nvSpPr>
        <p:spPr/>
        <p:txBody>
          <a:bodyPr/>
          <a:lstStyle/>
          <a:p>
            <a:endParaRPr lang="it-IT"/>
          </a:p>
        </p:txBody>
      </p:sp>
      <p:sp>
        <p:nvSpPr>
          <p:cNvPr id="7" name="Segnaposto numero diapositiva 6"/>
          <p:cNvSpPr>
            <a:spLocks noGrp="1"/>
          </p:cNvSpPr>
          <p:nvPr>
            <p:ph type="sldNum" sz="quarter" idx="12"/>
          </p:nvPr>
        </p:nvSpPr>
        <p:spPr/>
        <p:txBody>
          <a:bodyPr/>
          <a:lstStyle/>
          <a:p>
            <a:fld id="{0D47A9B6-24A9-47FC-8BAF-5C6AB882DD9E}" type="slidenum">
              <a:rPr lang="it-IT" smtClean="0"/>
              <a:t>‹#›</a:t>
            </a:fld>
            <a:endParaRPr lang="it-IT"/>
          </a:p>
        </p:txBody>
      </p:sp>
    </p:spTree>
    <p:extLst>
      <p:ext uri="{BB962C8B-B14F-4D97-AF65-F5344CB8AC3E}">
        <p14:creationId xmlns:p14="http://schemas.microsoft.com/office/powerpoint/2010/main" val="30319983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lo stile del titolo</a:t>
            </a:r>
          </a:p>
        </p:txBody>
      </p:sp>
      <p:sp>
        <p:nvSpPr>
          <p:cNvPr id="3" name="Segnaposto testo verticale 2"/>
          <p:cNvSpPr>
            <a:spLocks noGrp="1"/>
          </p:cNvSpPr>
          <p:nvPr>
            <p:ph type="body" orient="vert" idx="1"/>
          </p:nvPr>
        </p:nvSpPr>
        <p:spPr/>
        <p:txBody>
          <a:bodyPr vert="eaVert"/>
          <a:lstStyle/>
          <a:p>
            <a:pPr lvl="0"/>
            <a:r>
              <a:rPr lang="it-IT"/>
              <a:t>Modifica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p:cNvSpPr>
            <a:spLocks noGrp="1"/>
          </p:cNvSpPr>
          <p:nvPr>
            <p:ph type="dt" sz="half" idx="10"/>
          </p:nvPr>
        </p:nvSpPr>
        <p:spPr/>
        <p:txBody>
          <a:bodyPr/>
          <a:lstStyle/>
          <a:p>
            <a:fld id="{5BC59CAA-013D-421D-A2A1-AE345E3B00B2}" type="datetimeFigureOut">
              <a:rPr lang="it-IT" smtClean="0"/>
              <a:t>05/11/2021</a:t>
            </a:fld>
            <a:endParaRPr lang="it-IT"/>
          </a:p>
        </p:txBody>
      </p:sp>
      <p:sp>
        <p:nvSpPr>
          <p:cNvPr id="5" name="Segnaposto piè di pagina 4"/>
          <p:cNvSpPr>
            <a:spLocks noGrp="1"/>
          </p:cNvSpPr>
          <p:nvPr>
            <p:ph type="ftr" sz="quarter" idx="11"/>
          </p:nvPr>
        </p:nvSpPr>
        <p:spPr/>
        <p:txBody>
          <a:bodyPr/>
          <a:lstStyle/>
          <a:p>
            <a:endParaRPr lang="it-IT"/>
          </a:p>
        </p:txBody>
      </p:sp>
      <p:sp>
        <p:nvSpPr>
          <p:cNvPr id="6" name="Segnaposto numero diapositiva 5"/>
          <p:cNvSpPr>
            <a:spLocks noGrp="1"/>
          </p:cNvSpPr>
          <p:nvPr>
            <p:ph type="sldNum" sz="quarter" idx="12"/>
          </p:nvPr>
        </p:nvSpPr>
        <p:spPr/>
        <p:txBody>
          <a:bodyPr/>
          <a:lstStyle/>
          <a:p>
            <a:fld id="{0D47A9B6-24A9-47FC-8BAF-5C6AB882DD9E}" type="slidenum">
              <a:rPr lang="it-IT" smtClean="0"/>
              <a:t>‹#›</a:t>
            </a:fld>
            <a:endParaRPr lang="it-IT"/>
          </a:p>
        </p:txBody>
      </p:sp>
    </p:spTree>
    <p:extLst>
      <p:ext uri="{BB962C8B-B14F-4D97-AF65-F5344CB8AC3E}">
        <p14:creationId xmlns:p14="http://schemas.microsoft.com/office/powerpoint/2010/main" val="33897277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1_Titolo e testo verticale">
    <p:spTree>
      <p:nvGrpSpPr>
        <p:cNvPr id="1" name=""/>
        <p:cNvGrpSpPr/>
        <p:nvPr/>
      </p:nvGrpSpPr>
      <p:grpSpPr>
        <a:xfrm>
          <a:off x="0" y="0"/>
          <a:ext cx="0" cy="0"/>
          <a:chOff x="0" y="0"/>
          <a:chExt cx="0" cy="0"/>
        </a:xfrm>
      </p:grpSpPr>
      <p:sp>
        <p:nvSpPr>
          <p:cNvPr id="2" name="Titolo verticale 1"/>
          <p:cNvSpPr>
            <a:spLocks noGrp="1"/>
          </p:cNvSpPr>
          <p:nvPr>
            <p:ph type="title" orient="vert"/>
          </p:nvPr>
        </p:nvSpPr>
        <p:spPr>
          <a:xfrm>
            <a:off x="8724900" y="365125"/>
            <a:ext cx="2628900" cy="5811838"/>
          </a:xfrm>
        </p:spPr>
        <p:txBody>
          <a:bodyPr vert="eaVert"/>
          <a:lstStyle/>
          <a:p>
            <a:r>
              <a:rPr lang="it-IT"/>
              <a:t>Fare clic per modificare lo stile del titolo</a:t>
            </a:r>
          </a:p>
        </p:txBody>
      </p:sp>
      <p:sp>
        <p:nvSpPr>
          <p:cNvPr id="3" name="Segnaposto testo verticale 2"/>
          <p:cNvSpPr>
            <a:spLocks noGrp="1"/>
          </p:cNvSpPr>
          <p:nvPr>
            <p:ph type="body" orient="vert" idx="1"/>
          </p:nvPr>
        </p:nvSpPr>
        <p:spPr>
          <a:xfrm>
            <a:off x="838200" y="365125"/>
            <a:ext cx="7734300" cy="5811838"/>
          </a:xfrm>
        </p:spPr>
        <p:txBody>
          <a:bodyPr vert="eaVert"/>
          <a:lstStyle/>
          <a:p>
            <a:pPr lvl="0"/>
            <a:r>
              <a:rPr lang="it-IT"/>
              <a:t>Modifica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p:cNvSpPr>
            <a:spLocks noGrp="1"/>
          </p:cNvSpPr>
          <p:nvPr>
            <p:ph type="dt" sz="half" idx="10"/>
          </p:nvPr>
        </p:nvSpPr>
        <p:spPr/>
        <p:txBody>
          <a:bodyPr/>
          <a:lstStyle/>
          <a:p>
            <a:fld id="{5BC59CAA-013D-421D-A2A1-AE345E3B00B2}" type="datetimeFigureOut">
              <a:rPr lang="it-IT" smtClean="0"/>
              <a:t>05/11/2021</a:t>
            </a:fld>
            <a:endParaRPr lang="it-IT"/>
          </a:p>
        </p:txBody>
      </p:sp>
      <p:sp>
        <p:nvSpPr>
          <p:cNvPr id="5" name="Segnaposto piè di pagina 4"/>
          <p:cNvSpPr>
            <a:spLocks noGrp="1"/>
          </p:cNvSpPr>
          <p:nvPr>
            <p:ph type="ftr" sz="quarter" idx="11"/>
          </p:nvPr>
        </p:nvSpPr>
        <p:spPr/>
        <p:txBody>
          <a:bodyPr/>
          <a:lstStyle/>
          <a:p>
            <a:endParaRPr lang="it-IT"/>
          </a:p>
        </p:txBody>
      </p:sp>
      <p:sp>
        <p:nvSpPr>
          <p:cNvPr id="6" name="Segnaposto numero diapositiva 5"/>
          <p:cNvSpPr>
            <a:spLocks noGrp="1"/>
          </p:cNvSpPr>
          <p:nvPr>
            <p:ph type="sldNum" sz="quarter" idx="12"/>
          </p:nvPr>
        </p:nvSpPr>
        <p:spPr/>
        <p:txBody>
          <a:bodyPr/>
          <a:lstStyle/>
          <a:p>
            <a:fld id="{0D47A9B6-24A9-47FC-8BAF-5C6AB882DD9E}" type="slidenum">
              <a:rPr lang="it-IT" smtClean="0"/>
              <a:t>‹#›</a:t>
            </a:fld>
            <a:endParaRPr lang="it-IT"/>
          </a:p>
        </p:txBody>
      </p:sp>
    </p:spTree>
    <p:extLst>
      <p:ext uri="{BB962C8B-B14F-4D97-AF65-F5344CB8AC3E}">
        <p14:creationId xmlns:p14="http://schemas.microsoft.com/office/powerpoint/2010/main" val="21463083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Segnaposto tito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it-IT"/>
              <a:t>Fare clic per modificare lo stile del titolo</a:t>
            </a:r>
          </a:p>
        </p:txBody>
      </p:sp>
      <p:sp>
        <p:nvSpPr>
          <p:cNvPr id="3" name="Segnaposto tes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it-IT"/>
              <a:t>Modifica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59CAA-013D-421D-A2A1-AE345E3B00B2}" type="datetimeFigureOut">
              <a:rPr lang="it-IT" smtClean="0"/>
              <a:t>05/11/2021</a:t>
            </a:fld>
            <a:endParaRPr lang="it-IT"/>
          </a:p>
        </p:txBody>
      </p:sp>
      <p:sp>
        <p:nvSpPr>
          <p:cNvPr id="5" name="Segnaposto piè di pa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it-IT"/>
          </a:p>
        </p:txBody>
      </p:sp>
      <p:sp>
        <p:nvSpPr>
          <p:cNvPr id="6" name="Segnaposto numero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D47A9B6-24A9-47FC-8BAF-5C6AB882DD9E}" type="slidenum">
              <a:rPr lang="it-IT" smtClean="0"/>
              <a:t>‹#›</a:t>
            </a:fld>
            <a:endParaRPr lang="it-IT"/>
          </a:p>
        </p:txBody>
      </p:sp>
    </p:spTree>
    <p:extLst>
      <p:ext uri="{BB962C8B-B14F-4D97-AF65-F5344CB8AC3E}">
        <p14:creationId xmlns:p14="http://schemas.microsoft.com/office/powerpoint/2010/main" val="36253823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4.png"/><Relationship Id="rId4" Type="http://schemas.microsoft.com/office/2007/relationships/hdphoto" Target="../media/hdphoto1.wdp"/></Relationships>
</file>

<file path=ppt/slides/_rels/slide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4.png"/><Relationship Id="rId5" Type="http://schemas.microsoft.com/office/2007/relationships/hdphoto" Target="../media/hdphoto1.wdp"/><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chart" Target="../charts/chart1.xml"/></Relationships>
</file>

<file path=ppt/slides/_rels/slide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chart" Target="../charts/chart2.xml"/></Relationships>
</file>

<file path=ppt/slides/_rels/slide6.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4.png"/><Relationship Id="rId5" Type="http://schemas.microsoft.com/office/2007/relationships/hdphoto" Target="../media/hdphoto1.wdp"/><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6.emf"/><Relationship Id="rId5" Type="http://schemas.openxmlformats.org/officeDocument/2006/relationships/package" Target="../embeddings/Microsoft_Excel_Worksheet.xlsx"/><Relationship Id="rId4" Type="http://schemas.openxmlformats.org/officeDocument/2006/relationships/image" Target="../media/image5.jp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image" Target="../media/image6.emf"/><Relationship Id="rId5" Type="http://schemas.openxmlformats.org/officeDocument/2006/relationships/package" Target="../embeddings/Microsoft_Excel_Worksheet1.xlsx"/><Relationship Id="rId4" Type="http://schemas.openxmlformats.org/officeDocument/2006/relationships/image" Target="../media/image5.jpg"/></Relationships>
</file>

<file path=ppt/slides/_rels/slide9.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4.png"/><Relationship Id="rId5" Type="http://schemas.microsoft.com/office/2007/relationships/hdphoto" Target="../media/hdphoto1.wdp"/><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4.png"/><Relationship Id="rId5" Type="http://schemas.microsoft.com/office/2007/relationships/hdphoto" Target="../media/hdphoto1.wdp"/><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582156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48FDBB7-D88E-4BC6-B5B0-DD7D13A25400}"/>
              </a:ext>
            </a:extLst>
          </p:cNvPr>
          <p:cNvSpPr/>
          <p:nvPr/>
        </p:nvSpPr>
        <p:spPr>
          <a:xfrm>
            <a:off x="406400" y="5958840"/>
            <a:ext cx="3691467" cy="7281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descr="A picture containing star, light&#10;&#10;Description automatically generated">
            <a:extLst>
              <a:ext uri="{FF2B5EF4-FFF2-40B4-BE49-F238E27FC236}">
                <a16:creationId xmlns:a16="http://schemas.microsoft.com/office/drawing/2014/main" id="{1C38F981-1236-41EF-AC85-40F85DC9C451}"/>
              </a:ext>
            </a:extLst>
          </p:cNvPr>
          <p:cNvPicPr>
            <a:picLocks noChangeAspect="1"/>
          </p:cNvPicPr>
          <p:nvPr/>
        </p:nvPicPr>
        <p:blipFill>
          <a:blip r:embed="rId3">
            <a:duotone>
              <a:schemeClr val="bg2">
                <a:shade val="45000"/>
                <a:satMod val="135000"/>
              </a:schemeClr>
              <a:prstClr val="white"/>
            </a:duotone>
            <a:extLst>
              <a:ext uri="{BEBA8EAE-BF5A-486C-A8C5-ECC9F3942E4B}">
                <a14:imgProps xmlns:a14="http://schemas.microsoft.com/office/drawing/2010/main">
                  <a14:imgLayer r:embed="rId4">
                    <a14:imgEffect>
                      <a14:brightnessContrast bright="40000" contrast="-20000"/>
                    </a14:imgEffect>
                  </a14:imgLayer>
                </a14:imgProps>
              </a:ext>
              <a:ext uri="{28A0092B-C50C-407E-A947-70E740481C1C}">
                <a14:useLocalDpi xmlns:a14="http://schemas.microsoft.com/office/drawing/2010/main" val="0"/>
              </a:ext>
            </a:extLst>
          </a:blip>
          <a:stretch>
            <a:fillRect/>
          </a:stretch>
        </p:blipFill>
        <p:spPr>
          <a:xfrm>
            <a:off x="0" y="-1112857"/>
            <a:ext cx="12191999" cy="7303698"/>
          </a:xfrm>
          <a:prstGeom prst="rect">
            <a:avLst/>
          </a:prstGeom>
        </p:spPr>
      </p:pic>
      <p:pic>
        <p:nvPicPr>
          <p:cNvPr id="5" name="Picture 4" descr="A close up of a sign&#10;&#10;Description automatically generated">
            <a:extLst>
              <a:ext uri="{FF2B5EF4-FFF2-40B4-BE49-F238E27FC236}">
                <a16:creationId xmlns:a16="http://schemas.microsoft.com/office/drawing/2014/main" id="{98775B45-E823-4705-9A1C-B90BA822FB55}"/>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68835" y="6225566"/>
            <a:ext cx="2821125" cy="562503"/>
          </a:xfrm>
          <a:prstGeom prst="rect">
            <a:avLst/>
          </a:prstGeom>
        </p:spPr>
      </p:pic>
      <p:sp>
        <p:nvSpPr>
          <p:cNvPr id="6" name="TextBox 5">
            <a:extLst>
              <a:ext uri="{FF2B5EF4-FFF2-40B4-BE49-F238E27FC236}">
                <a16:creationId xmlns:a16="http://schemas.microsoft.com/office/drawing/2014/main" id="{2FCFE577-9C1D-419E-A2AA-1F9D47193B74}"/>
              </a:ext>
            </a:extLst>
          </p:cNvPr>
          <p:cNvSpPr txBox="1"/>
          <p:nvPr/>
        </p:nvSpPr>
        <p:spPr>
          <a:xfrm>
            <a:off x="150675" y="2739572"/>
            <a:ext cx="10332720" cy="2123658"/>
          </a:xfrm>
          <a:prstGeom prst="rect">
            <a:avLst/>
          </a:prstGeom>
          <a:noFill/>
          <a:effectLst/>
        </p:spPr>
        <p:txBody>
          <a:bodyPr wrap="square" rtlCol="0">
            <a:spAutoFit/>
          </a:bodyPr>
          <a:lstStyle/>
          <a:p>
            <a:r>
              <a:rPr lang="en-US" sz="6600" b="1" spc="600" dirty="0">
                <a:solidFill>
                  <a:srgbClr val="59172A"/>
                </a:solidFill>
                <a:effectLst>
                  <a:outerShdw blurRad="38100" dist="38100" dir="2700000" algn="tl">
                    <a:srgbClr val="000000">
                      <a:alpha val="43137"/>
                    </a:srgbClr>
                  </a:outerShdw>
                </a:effectLst>
                <a:latin typeface="Agency FB" panose="020B0503020202020204" pitchFamily="34" charset="0"/>
                <a:cs typeface="Courier New" panose="02070309020205020404" pitchFamily="49" charset="0"/>
              </a:rPr>
              <a:t>DATA VISUALIZATION </a:t>
            </a:r>
            <a:br>
              <a:rPr lang="en-US" sz="6600" b="1" spc="600" dirty="0">
                <a:solidFill>
                  <a:srgbClr val="59172A"/>
                </a:solidFill>
                <a:effectLst>
                  <a:outerShdw blurRad="38100" dist="38100" dir="2700000" algn="tl">
                    <a:srgbClr val="000000">
                      <a:alpha val="43137"/>
                    </a:srgbClr>
                  </a:outerShdw>
                </a:effectLst>
                <a:latin typeface="Agency FB" panose="020B0503020202020204" pitchFamily="34" charset="0"/>
                <a:cs typeface="Courier New" panose="02070309020205020404" pitchFamily="49" charset="0"/>
              </a:rPr>
            </a:br>
            <a:r>
              <a:rPr lang="en-US" sz="6600" b="1" spc="600" dirty="0">
                <a:solidFill>
                  <a:srgbClr val="59172A"/>
                </a:solidFill>
                <a:effectLst>
                  <a:outerShdw blurRad="38100" dist="38100" dir="2700000" algn="tl">
                    <a:srgbClr val="000000">
                      <a:alpha val="43137"/>
                    </a:srgbClr>
                  </a:outerShdw>
                </a:effectLst>
                <a:latin typeface="Agency FB" panose="020B0503020202020204" pitchFamily="34" charset="0"/>
                <a:cs typeface="Courier New" panose="02070309020205020404" pitchFamily="49" charset="0"/>
              </a:rPr>
              <a:t>&amp; </a:t>
            </a:r>
            <a:r>
              <a:rPr lang="en-US" sz="6600" b="1" spc="600" dirty="0">
                <a:solidFill>
                  <a:srgbClr val="B42E54"/>
                </a:solidFill>
                <a:effectLst>
                  <a:outerShdw blurRad="38100" dist="38100" dir="2700000" algn="tl">
                    <a:srgbClr val="000000">
                      <a:alpha val="43137"/>
                    </a:srgbClr>
                  </a:outerShdw>
                </a:effectLst>
                <a:latin typeface="Agency FB" panose="020B0503020202020204" pitchFamily="34" charset="0"/>
                <a:cs typeface="Courier New" panose="02070309020205020404" pitchFamily="49" charset="0"/>
              </a:rPr>
              <a:t>STORYTELLING</a:t>
            </a:r>
          </a:p>
        </p:txBody>
      </p:sp>
      <p:sp>
        <p:nvSpPr>
          <p:cNvPr id="8" name="TextBox 7">
            <a:extLst>
              <a:ext uri="{FF2B5EF4-FFF2-40B4-BE49-F238E27FC236}">
                <a16:creationId xmlns:a16="http://schemas.microsoft.com/office/drawing/2014/main" id="{38923E1C-45B2-421B-A5AF-9FD9678E5F15}"/>
              </a:ext>
            </a:extLst>
          </p:cNvPr>
          <p:cNvSpPr txBox="1"/>
          <p:nvPr/>
        </p:nvSpPr>
        <p:spPr>
          <a:xfrm>
            <a:off x="241300" y="4949370"/>
            <a:ext cx="5661660" cy="523220"/>
          </a:xfrm>
          <a:prstGeom prst="rect">
            <a:avLst/>
          </a:prstGeom>
          <a:noFill/>
        </p:spPr>
        <p:txBody>
          <a:bodyPr wrap="square">
            <a:spAutoFit/>
          </a:bodyPr>
          <a:lstStyle/>
          <a:p>
            <a:r>
              <a:rPr lang="en-US" sz="1400" b="1" spc="600">
                <a:solidFill>
                  <a:srgbClr val="59172A"/>
                </a:solidFill>
                <a:effectLst>
                  <a:outerShdw blurRad="38100" dist="38100" dir="2700000" algn="tl">
                    <a:srgbClr val="000000">
                      <a:alpha val="43137"/>
                    </a:srgbClr>
                  </a:outerShdw>
                </a:effectLst>
                <a:latin typeface="Agency FB" panose="020B0503020202020204" pitchFamily="34" charset="0"/>
                <a:cs typeface="Courier New" panose="02070309020205020404" pitchFamily="49" charset="0"/>
                <a:sym typeface="Wingdings" panose="05000000000000000000" pitchFamily="2" charset="2"/>
              </a:rPr>
              <a:t></a:t>
            </a:r>
            <a:r>
              <a:rPr lang="en-US" sz="1400" b="1" spc="600" dirty="0">
                <a:solidFill>
                  <a:srgbClr val="59172A"/>
                </a:solidFill>
                <a:effectLst>
                  <a:outerShdw blurRad="38100" dist="38100" dir="2700000" algn="tl">
                    <a:srgbClr val="000000">
                      <a:alpha val="43137"/>
                    </a:srgbClr>
                  </a:outerShdw>
                </a:effectLst>
                <a:latin typeface="Agency FB" panose="020B0503020202020204" pitchFamily="34" charset="0"/>
                <a:cs typeface="Courier New" panose="02070309020205020404" pitchFamily="49" charset="0"/>
                <a:sym typeface="Wingdings" panose="05000000000000000000" pitchFamily="2" charset="2"/>
              </a:rPr>
              <a:t>BUSINESS ANALYTICS</a:t>
            </a:r>
          </a:p>
          <a:p>
            <a:r>
              <a:rPr lang="en-US" sz="1400" b="1" spc="600" dirty="0">
                <a:solidFill>
                  <a:srgbClr val="59172A"/>
                </a:solidFill>
                <a:effectLst>
                  <a:outerShdw blurRad="38100" dist="38100" dir="2700000" algn="tl">
                    <a:srgbClr val="000000">
                      <a:alpha val="43137"/>
                    </a:srgbClr>
                  </a:outerShdw>
                </a:effectLst>
                <a:latin typeface="Agency FB" panose="020B0503020202020204" pitchFamily="34" charset="0"/>
                <a:cs typeface="Courier New" panose="02070309020205020404" pitchFamily="49" charset="0"/>
                <a:sym typeface="Wingdings" panose="05000000000000000000" pitchFamily="2" charset="2"/>
              </a:rPr>
              <a:t>  WITH </a:t>
            </a:r>
            <a:r>
              <a:rPr lang="en-US" sz="1400" b="1" spc="600" dirty="0">
                <a:solidFill>
                  <a:schemeClr val="accent6">
                    <a:lumMod val="75000"/>
                  </a:schemeClr>
                </a:solidFill>
                <a:effectLst>
                  <a:outerShdw blurRad="38100" dist="38100" dir="2700000" algn="tl">
                    <a:srgbClr val="000000">
                      <a:alpha val="43137"/>
                    </a:srgbClr>
                  </a:outerShdw>
                </a:effectLst>
                <a:latin typeface="Agency FB" panose="020B0503020202020204" pitchFamily="34" charset="0"/>
                <a:cs typeface="Courier New" panose="02070309020205020404" pitchFamily="49" charset="0"/>
                <a:sym typeface="Wingdings" panose="05000000000000000000" pitchFamily="2" charset="2"/>
              </a:rPr>
              <a:t>EXCEL</a:t>
            </a:r>
            <a:endParaRPr lang="en-US" sz="1400" b="1" spc="600" dirty="0">
              <a:solidFill>
                <a:schemeClr val="accent6">
                  <a:lumMod val="75000"/>
                </a:schemeClr>
              </a:solidFill>
              <a:effectLst>
                <a:outerShdw blurRad="38100" dist="38100" dir="2700000" algn="tl">
                  <a:srgbClr val="000000">
                    <a:alpha val="43137"/>
                  </a:srgbClr>
                </a:outerShdw>
              </a:effectLst>
              <a:latin typeface="Agency FB" panose="020B0503020202020204" pitchFamily="34" charset="0"/>
              <a:cs typeface="Courier New" panose="02070309020205020404" pitchFamily="49" charset="0"/>
            </a:endParaRPr>
          </a:p>
        </p:txBody>
      </p:sp>
    </p:spTree>
    <p:extLst>
      <p:ext uri="{BB962C8B-B14F-4D97-AF65-F5344CB8AC3E}">
        <p14:creationId xmlns:p14="http://schemas.microsoft.com/office/powerpoint/2010/main" val="2186407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8" name="Picture 7" descr="A picture containing star, light&#10;&#10;Description automatically generated">
            <a:extLst>
              <a:ext uri="{FF2B5EF4-FFF2-40B4-BE49-F238E27FC236}">
                <a16:creationId xmlns:a16="http://schemas.microsoft.com/office/drawing/2014/main" id="{008EFFEF-02DB-4869-8FCD-2402D2F673E5}"/>
              </a:ext>
            </a:extLst>
          </p:cNvPr>
          <p:cNvPicPr>
            <a:picLocks noChangeAspect="1"/>
          </p:cNvPicPr>
          <p:nvPr/>
        </p:nvPicPr>
        <p:blipFill>
          <a:blip r:embed="rId4">
            <a:duotone>
              <a:schemeClr val="bg2">
                <a:shade val="45000"/>
                <a:satMod val="135000"/>
              </a:schemeClr>
              <a:prstClr val="white"/>
            </a:duotone>
            <a:extLst>
              <a:ext uri="{BEBA8EAE-BF5A-486C-A8C5-ECC9F3942E4B}">
                <a14:imgProps xmlns:a14="http://schemas.microsoft.com/office/drawing/2010/main">
                  <a14:imgLayer r:embed="rId5">
                    <a14:imgEffect>
                      <a14:brightnessContrast bright="40000" contrast="-20000"/>
                    </a14:imgEffect>
                  </a14:imgLayer>
                </a14:imgProps>
              </a:ext>
              <a:ext uri="{28A0092B-C50C-407E-A947-70E740481C1C}">
                <a14:useLocalDpi xmlns:a14="http://schemas.microsoft.com/office/drawing/2010/main" val="0"/>
              </a:ext>
            </a:extLst>
          </a:blip>
          <a:stretch>
            <a:fillRect/>
          </a:stretch>
        </p:blipFill>
        <p:spPr>
          <a:xfrm>
            <a:off x="0" y="-1112857"/>
            <a:ext cx="12191999" cy="7303698"/>
          </a:xfrm>
          <a:prstGeom prst="rect">
            <a:avLst/>
          </a:prstGeom>
        </p:spPr>
      </p:pic>
      <p:sp>
        <p:nvSpPr>
          <p:cNvPr id="4" name="Rectangle 3">
            <a:extLst>
              <a:ext uri="{FF2B5EF4-FFF2-40B4-BE49-F238E27FC236}">
                <a16:creationId xmlns:a16="http://schemas.microsoft.com/office/drawing/2014/main" id="{C0AF0531-642B-4FF2-87F3-A3194EAD95F4}"/>
              </a:ext>
            </a:extLst>
          </p:cNvPr>
          <p:cNvSpPr/>
          <p:nvPr/>
        </p:nvSpPr>
        <p:spPr>
          <a:xfrm>
            <a:off x="355600" y="5969000"/>
            <a:ext cx="3691467" cy="7281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EEEAC1D3-D8AF-46BF-ACBE-7973AFD929EC}"/>
              </a:ext>
            </a:extLst>
          </p:cNvPr>
          <p:cNvSpPr/>
          <p:nvPr/>
        </p:nvSpPr>
        <p:spPr>
          <a:xfrm>
            <a:off x="0" y="1871133"/>
            <a:ext cx="12201569" cy="4315632"/>
          </a:xfrm>
          <a:prstGeom prst="rect">
            <a:avLst/>
          </a:prstGeom>
          <a:solidFill>
            <a:srgbClr val="340E1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A close up of a sign&#10;&#10;Description automatically generated">
            <a:extLst>
              <a:ext uri="{FF2B5EF4-FFF2-40B4-BE49-F238E27FC236}">
                <a16:creationId xmlns:a16="http://schemas.microsoft.com/office/drawing/2014/main" id="{99425A7A-2D2B-45BE-BCCE-7F5571BD287F}"/>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68835" y="6225566"/>
            <a:ext cx="2821125" cy="562503"/>
          </a:xfrm>
          <a:prstGeom prst="rect">
            <a:avLst/>
          </a:prstGeom>
        </p:spPr>
      </p:pic>
      <p:sp>
        <p:nvSpPr>
          <p:cNvPr id="9" name="Title 3">
            <a:extLst>
              <a:ext uri="{FF2B5EF4-FFF2-40B4-BE49-F238E27FC236}">
                <a16:creationId xmlns:a16="http://schemas.microsoft.com/office/drawing/2014/main" id="{CB66BB81-4A97-45E8-9BED-6AE071964A45}"/>
              </a:ext>
            </a:extLst>
          </p:cNvPr>
          <p:cNvSpPr txBox="1">
            <a:spLocks/>
          </p:cNvSpPr>
          <p:nvPr/>
        </p:nvSpPr>
        <p:spPr>
          <a:xfrm>
            <a:off x="831851" y="1709742"/>
            <a:ext cx="10515600" cy="2852737"/>
          </a:xfrm>
          <a:prstGeom prst="rect">
            <a:avLst/>
          </a:prstGeom>
        </p:spPr>
        <p:txBody>
          <a:bodyPr vert="horz" lIns="91440" tIns="45720" rIns="91440" bIns="45720" rtlCol="0" anchor="b">
            <a:normAutofit/>
          </a:bodyPr>
          <a:lstStyle>
            <a:lvl1pPr algn="l" defTabSz="685783" rtl="0" eaLnBrk="1" latinLnBrk="0" hangingPunct="1">
              <a:lnSpc>
                <a:spcPct val="90000"/>
              </a:lnSpc>
              <a:spcBef>
                <a:spcPct val="0"/>
              </a:spcBef>
              <a:buNone/>
              <a:defRPr sz="6000" b="1" kern="1200">
                <a:solidFill>
                  <a:schemeClr val="bg1"/>
                </a:solidFill>
                <a:effectLst>
                  <a:outerShdw blurRad="38100" dist="38100" dir="2700000" algn="tl">
                    <a:srgbClr val="000000">
                      <a:alpha val="43137"/>
                    </a:srgbClr>
                  </a:outerShdw>
                </a:effectLst>
                <a:latin typeface="+mj-lt"/>
                <a:ea typeface="+mj-ea"/>
                <a:cs typeface="+mj-cs"/>
              </a:defRPr>
            </a:lvl1pPr>
          </a:lstStyle>
          <a:p>
            <a:pPr lvl="0">
              <a:defRPr/>
            </a:pPr>
            <a:r>
              <a:rPr lang="en-US" dirty="0">
                <a:latin typeface="Roboto" panose="02000000000000000000" pitchFamily="2" charset="0"/>
                <a:ea typeface="Roboto" panose="02000000000000000000" pitchFamily="2" charset="0"/>
                <a:cs typeface="Roboto" panose="02000000000000000000" pitchFamily="2" charset="0"/>
              </a:rPr>
              <a:t>Exercise 1</a:t>
            </a:r>
            <a:endParaRPr kumimoji="0" lang="pl-PL" sz="6000" b="1" i="0" u="none" strike="noStrike" kern="1200" cap="none" spc="0" normalizeH="0" baseline="0" noProof="0" dirty="0">
              <a:ln>
                <a:noFill/>
              </a:ln>
              <a:solidFill>
                <a:sysClr val="window" lastClr="FFFFFF"/>
              </a:solidFill>
              <a:effectLst>
                <a:outerShdw blurRad="38100" dist="38100" dir="2700000" algn="tl">
                  <a:srgbClr val="000000">
                    <a:alpha val="43137"/>
                  </a:srgbClr>
                </a:outerShdw>
              </a:effectLst>
              <a:uLnTx/>
              <a:uFillTx/>
              <a:latin typeface="Roboto" panose="02000000000000000000" pitchFamily="2" charset="0"/>
              <a:ea typeface="Roboto" panose="02000000000000000000" pitchFamily="2" charset="0"/>
              <a:cs typeface="Roboto" panose="02000000000000000000" pitchFamily="2" charset="0"/>
            </a:endParaRPr>
          </a:p>
        </p:txBody>
      </p:sp>
    </p:spTree>
    <p:extLst>
      <p:ext uri="{BB962C8B-B14F-4D97-AF65-F5344CB8AC3E}">
        <p14:creationId xmlns:p14="http://schemas.microsoft.com/office/powerpoint/2010/main" val="42612221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8" name="Content Placeholder 2">
            <a:extLst>
              <a:ext uri="{FF2B5EF4-FFF2-40B4-BE49-F238E27FC236}">
                <a16:creationId xmlns:a16="http://schemas.microsoft.com/office/drawing/2014/main" id="{DE752360-085F-4378-A6F5-3DAC900A0AE3}"/>
              </a:ext>
            </a:extLst>
          </p:cNvPr>
          <p:cNvSpPr>
            <a:spLocks noGrp="1"/>
          </p:cNvSpPr>
          <p:nvPr>
            <p:ph idx="1"/>
          </p:nvPr>
        </p:nvSpPr>
        <p:spPr>
          <a:xfrm>
            <a:off x="838200" y="189981"/>
            <a:ext cx="10515600" cy="1871487"/>
          </a:xfrm>
        </p:spPr>
        <p:txBody>
          <a:bodyPr>
            <a:normAutofit lnSpcReduction="10000"/>
          </a:bodyPr>
          <a:lstStyle/>
          <a:p>
            <a:pPr marL="0" indent="0">
              <a:spcBef>
                <a:spcPts val="3000"/>
              </a:spcBef>
              <a:buNone/>
            </a:pPr>
            <a:r>
              <a:rPr lang="en-US" sz="1600" b="0" i="0" dirty="0">
                <a:solidFill>
                  <a:srgbClr val="242021"/>
                </a:solidFill>
                <a:effectLst/>
                <a:latin typeface="AvenirLTStd-Light"/>
              </a:rPr>
              <a:t>The graph below is meant to demonstrate that the 2011 to 2012 increase observed in total new marriages was driven primarily by an increase in those having a bachelor’s degree or more (there doesn’t actually appear to be an increase based on the “All” trend shown, but let’s ignore this). </a:t>
            </a:r>
          </a:p>
          <a:p>
            <a:pPr marL="0" indent="0">
              <a:spcBef>
                <a:spcPts val="3000"/>
              </a:spcBef>
              <a:buNone/>
            </a:pPr>
            <a:r>
              <a:rPr lang="en-US" sz="1600" b="0" i="0" dirty="0">
                <a:solidFill>
                  <a:srgbClr val="242021"/>
                </a:solidFill>
                <a:effectLst/>
                <a:latin typeface="AvenirLTStd-Light"/>
              </a:rPr>
              <a:t>The design of the graph does little to draw this clearly to our attention, however. How would you improve it? First, try to declutter the graph. After that, move to the next slide.</a:t>
            </a:r>
            <a:br>
              <a:rPr lang="en-US" sz="1100" dirty="0"/>
            </a:br>
            <a:endParaRPr lang="en-US" sz="2400" dirty="0">
              <a:sym typeface="Wingdings" panose="05000000000000000000" pitchFamily="2" charset="2"/>
            </a:endParaRPr>
          </a:p>
        </p:txBody>
      </p:sp>
      <p:graphicFrame>
        <p:nvGraphicFramePr>
          <p:cNvPr id="4" name="Chart 3">
            <a:extLst>
              <a:ext uri="{FF2B5EF4-FFF2-40B4-BE49-F238E27FC236}">
                <a16:creationId xmlns:a16="http://schemas.microsoft.com/office/drawing/2014/main" id="{00000000-0008-0000-0000-000008000000}"/>
              </a:ext>
            </a:extLst>
          </p:cNvPr>
          <p:cNvGraphicFramePr>
            <a:graphicFrameLocks/>
          </p:cNvGraphicFramePr>
          <p:nvPr>
            <p:extLst>
              <p:ext uri="{D42A27DB-BD31-4B8C-83A1-F6EECF244321}">
                <p14:modId xmlns:p14="http://schemas.microsoft.com/office/powerpoint/2010/main" val="2907569683"/>
              </p:ext>
            </p:extLst>
          </p:nvPr>
        </p:nvGraphicFramePr>
        <p:xfrm>
          <a:off x="3644900" y="2375338"/>
          <a:ext cx="5551652" cy="3184634"/>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3" name="Table 2">
            <a:extLst>
              <a:ext uri="{FF2B5EF4-FFF2-40B4-BE49-F238E27FC236}">
                <a16:creationId xmlns:a16="http://schemas.microsoft.com/office/drawing/2014/main" id="{1D47B0C3-FCE3-4F54-87E3-419055094A5E}"/>
              </a:ext>
            </a:extLst>
          </p:cNvPr>
          <p:cNvGraphicFramePr>
            <a:graphicFrameLocks noGrp="1"/>
          </p:cNvGraphicFramePr>
          <p:nvPr>
            <p:extLst>
              <p:ext uri="{D42A27DB-BD31-4B8C-83A1-F6EECF244321}">
                <p14:modId xmlns:p14="http://schemas.microsoft.com/office/powerpoint/2010/main" val="2234252706"/>
              </p:ext>
            </p:extLst>
          </p:nvPr>
        </p:nvGraphicFramePr>
        <p:xfrm>
          <a:off x="3644900" y="1790958"/>
          <a:ext cx="5849226" cy="541020"/>
        </p:xfrm>
        <a:graphic>
          <a:graphicData uri="http://schemas.openxmlformats.org/drawingml/2006/table">
            <a:tbl>
              <a:tblPr>
                <a:tableStyleId>{2D5ABB26-0587-4C30-8999-92F81FD0307C}</a:tableStyleId>
              </a:tblPr>
              <a:tblGrid>
                <a:gridCol w="5849226">
                  <a:extLst>
                    <a:ext uri="{9D8B030D-6E8A-4147-A177-3AD203B41FA5}">
                      <a16:colId xmlns:a16="http://schemas.microsoft.com/office/drawing/2014/main" val="1655591051"/>
                    </a:ext>
                  </a:extLst>
                </a:gridCol>
              </a:tblGrid>
              <a:tr h="312420">
                <a:tc>
                  <a:txBody>
                    <a:bodyPr/>
                    <a:lstStyle/>
                    <a:p>
                      <a:pPr algn="l" fontAlgn="b"/>
                      <a:r>
                        <a:rPr lang="en-US" sz="2000" u="none" strike="noStrike">
                          <a:effectLst/>
                        </a:rPr>
                        <a:t>New Marriage Rate by Education</a:t>
                      </a:r>
                      <a:endParaRPr lang="en-US" sz="2000" b="0" i="0" u="none" strike="noStrike">
                        <a:solidFill>
                          <a:srgbClr val="404040"/>
                        </a:solidFill>
                        <a:effectLst/>
                        <a:latin typeface="Arial" panose="020B0604020202020204" pitchFamily="34" charset="0"/>
                      </a:endParaRPr>
                    </a:p>
                  </a:txBody>
                  <a:tcPr marL="7620" marR="7620" marT="7620" marB="0" anchor="b"/>
                </a:tc>
                <a:extLst>
                  <a:ext uri="{0D108BD9-81ED-4DB2-BD59-A6C34878D82A}">
                    <a16:rowId xmlns:a16="http://schemas.microsoft.com/office/drawing/2014/main" val="3943465433"/>
                  </a:ext>
                </a:extLst>
              </a:tr>
              <a:tr h="228600">
                <a:tc>
                  <a:txBody>
                    <a:bodyPr/>
                    <a:lstStyle/>
                    <a:p>
                      <a:pPr algn="l" fontAlgn="b"/>
                      <a:r>
                        <a:rPr lang="en-US" sz="1400" u="none" strike="noStrike" dirty="0">
                          <a:effectLst/>
                        </a:rPr>
                        <a:t>Number of newly married adults per 1,000 marriage eligible adults</a:t>
                      </a:r>
                      <a:endParaRPr lang="en-US" sz="1400" b="0" i="1" u="none" strike="noStrike" dirty="0">
                        <a:solidFill>
                          <a:srgbClr val="808080"/>
                        </a:solidFill>
                        <a:effectLst/>
                        <a:latin typeface="Arial" panose="020B0604020202020204" pitchFamily="34" charset="0"/>
                      </a:endParaRPr>
                    </a:p>
                  </a:txBody>
                  <a:tcPr marL="7620" marR="7620" marT="7620" marB="0" anchor="b"/>
                </a:tc>
                <a:extLst>
                  <a:ext uri="{0D108BD9-81ED-4DB2-BD59-A6C34878D82A}">
                    <a16:rowId xmlns:a16="http://schemas.microsoft.com/office/drawing/2014/main" val="2966678911"/>
                  </a:ext>
                </a:extLst>
              </a:tr>
            </a:tbl>
          </a:graphicData>
        </a:graphic>
      </p:graphicFrame>
      <p:graphicFrame>
        <p:nvGraphicFramePr>
          <p:cNvPr id="5" name="Table 4">
            <a:extLst>
              <a:ext uri="{FF2B5EF4-FFF2-40B4-BE49-F238E27FC236}">
                <a16:creationId xmlns:a16="http://schemas.microsoft.com/office/drawing/2014/main" id="{C0C6BCC6-0131-4E83-B215-FC8BAF8AB00C}"/>
              </a:ext>
            </a:extLst>
          </p:cNvPr>
          <p:cNvGraphicFramePr>
            <a:graphicFrameLocks noGrp="1"/>
          </p:cNvGraphicFramePr>
          <p:nvPr>
            <p:extLst>
              <p:ext uri="{D42A27DB-BD31-4B8C-83A1-F6EECF244321}">
                <p14:modId xmlns:p14="http://schemas.microsoft.com/office/powerpoint/2010/main" val="4027403430"/>
              </p:ext>
            </p:extLst>
          </p:nvPr>
        </p:nvGraphicFramePr>
        <p:xfrm>
          <a:off x="3644900" y="5603332"/>
          <a:ext cx="5551651" cy="775335"/>
        </p:xfrm>
        <a:graphic>
          <a:graphicData uri="http://schemas.openxmlformats.org/drawingml/2006/table">
            <a:tbl>
              <a:tblPr>
                <a:tableStyleId>{2D5ABB26-0587-4C30-8999-92F81FD0307C}</a:tableStyleId>
              </a:tblPr>
              <a:tblGrid>
                <a:gridCol w="2220661">
                  <a:extLst>
                    <a:ext uri="{9D8B030D-6E8A-4147-A177-3AD203B41FA5}">
                      <a16:colId xmlns:a16="http://schemas.microsoft.com/office/drawing/2014/main" val="1773861144"/>
                    </a:ext>
                  </a:extLst>
                </a:gridCol>
                <a:gridCol w="1110330">
                  <a:extLst>
                    <a:ext uri="{9D8B030D-6E8A-4147-A177-3AD203B41FA5}">
                      <a16:colId xmlns:a16="http://schemas.microsoft.com/office/drawing/2014/main" val="3347474559"/>
                    </a:ext>
                  </a:extLst>
                </a:gridCol>
                <a:gridCol w="1110330">
                  <a:extLst>
                    <a:ext uri="{9D8B030D-6E8A-4147-A177-3AD203B41FA5}">
                      <a16:colId xmlns:a16="http://schemas.microsoft.com/office/drawing/2014/main" val="3389328971"/>
                    </a:ext>
                  </a:extLst>
                </a:gridCol>
                <a:gridCol w="1110330">
                  <a:extLst>
                    <a:ext uri="{9D8B030D-6E8A-4147-A177-3AD203B41FA5}">
                      <a16:colId xmlns:a16="http://schemas.microsoft.com/office/drawing/2014/main" val="2024724999"/>
                    </a:ext>
                  </a:extLst>
                </a:gridCol>
              </a:tblGrid>
              <a:tr h="0">
                <a:tc gridSpan="4">
                  <a:txBody>
                    <a:bodyPr/>
                    <a:lstStyle/>
                    <a:p>
                      <a:pPr algn="l" fontAlgn="t"/>
                      <a:r>
                        <a:rPr lang="en-US" sz="1100" u="none" strike="noStrike" dirty="0">
                          <a:effectLst/>
                        </a:rPr>
                        <a:t>Note: Marriage eligible includes the newly married plus those widowed, divorced </a:t>
                      </a:r>
                      <a:br>
                        <a:rPr lang="en-US" sz="1100" u="none" strike="noStrike" dirty="0">
                          <a:effectLst/>
                        </a:rPr>
                      </a:br>
                      <a:r>
                        <a:rPr lang="en-US" sz="1100" u="none" strike="noStrike" dirty="0">
                          <a:effectLst/>
                        </a:rPr>
                        <a:t>or never married at interview.</a:t>
                      </a:r>
                      <a:endParaRPr lang="en-US" sz="1100" b="0" i="0" u="none" strike="noStrike" dirty="0">
                        <a:solidFill>
                          <a:srgbClr val="808080"/>
                        </a:solidFill>
                        <a:effectLst/>
                        <a:latin typeface="Arial" panose="020B0604020202020204" pitchFamily="34" charset="0"/>
                      </a:endParaRPr>
                    </a:p>
                  </a:txBody>
                  <a:tcPr marL="7620" marR="7620" marT="7620" marB="0"/>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491696168"/>
                  </a:ext>
                </a:extLst>
              </a:tr>
              <a:tr h="190500">
                <a:tc>
                  <a:txBody>
                    <a:bodyPr/>
                    <a:lstStyle/>
                    <a:p>
                      <a:pPr algn="l" fontAlgn="b"/>
                      <a:r>
                        <a:rPr lang="en-US" sz="1100" u="none" strike="noStrike">
                          <a:effectLst/>
                        </a:rPr>
                        <a:t>Source: US Census</a:t>
                      </a:r>
                      <a:endParaRPr lang="en-US" sz="1100" b="0" i="0" u="none" strike="noStrike">
                        <a:solidFill>
                          <a:srgbClr val="808080"/>
                        </a:solidFill>
                        <a:effectLst/>
                        <a:latin typeface="Arial" panose="020B0604020202020204" pitchFamily="34" charset="0"/>
                      </a:endParaRPr>
                    </a:p>
                  </a:txBody>
                  <a:tcPr marL="7620" marR="7620" marT="7620" marB="0" anchor="b"/>
                </a:tc>
                <a:tc>
                  <a:txBody>
                    <a:bodyPr/>
                    <a:lstStyle/>
                    <a:p>
                      <a:pPr algn="l" fontAlgn="b"/>
                      <a:r>
                        <a:rPr lang="en-US" sz="1200" u="none" strike="noStrike">
                          <a:effectLst/>
                        </a:rPr>
                        <a:t> </a:t>
                      </a:r>
                      <a:endParaRPr lang="en-US" sz="1200" b="0" i="0" u="none" strike="noStrike">
                        <a:solidFill>
                          <a:srgbClr val="000000"/>
                        </a:solidFill>
                        <a:effectLst/>
                        <a:latin typeface="Arial" panose="020B0604020202020204" pitchFamily="34" charset="0"/>
                      </a:endParaRPr>
                    </a:p>
                  </a:txBody>
                  <a:tcPr marL="7620" marR="7620" marT="7620" marB="0" anchor="b"/>
                </a:tc>
                <a:tc>
                  <a:txBody>
                    <a:bodyPr/>
                    <a:lstStyle/>
                    <a:p>
                      <a:pPr algn="l" fontAlgn="b"/>
                      <a:r>
                        <a:rPr lang="en-US" sz="1200" u="none" strike="noStrike">
                          <a:effectLst/>
                        </a:rPr>
                        <a:t> </a:t>
                      </a:r>
                      <a:endParaRPr lang="en-US" sz="1200" b="0" i="0" u="none" strike="noStrike">
                        <a:solidFill>
                          <a:srgbClr val="000000"/>
                        </a:solidFill>
                        <a:effectLst/>
                        <a:latin typeface="Arial" panose="020B0604020202020204" pitchFamily="34" charset="0"/>
                      </a:endParaRPr>
                    </a:p>
                  </a:txBody>
                  <a:tcPr marL="7620" marR="7620" marT="7620" marB="0" anchor="b"/>
                </a:tc>
                <a:tc>
                  <a:txBody>
                    <a:bodyPr/>
                    <a:lstStyle/>
                    <a:p>
                      <a:pPr algn="l" fontAlgn="b"/>
                      <a:r>
                        <a:rPr lang="en-US" sz="1200" u="none" strike="noStrike">
                          <a:effectLst/>
                        </a:rPr>
                        <a:t> </a:t>
                      </a:r>
                      <a:endParaRPr lang="en-US" sz="1200" b="0" i="0" u="none" strike="noStrike">
                        <a:solidFill>
                          <a:srgbClr val="000000"/>
                        </a:solidFill>
                        <a:effectLst/>
                        <a:latin typeface="Arial" panose="020B0604020202020204" pitchFamily="34" charset="0"/>
                      </a:endParaRPr>
                    </a:p>
                  </a:txBody>
                  <a:tcPr marL="7620" marR="7620" marT="7620" marB="0" anchor="b"/>
                </a:tc>
                <a:extLst>
                  <a:ext uri="{0D108BD9-81ED-4DB2-BD59-A6C34878D82A}">
                    <a16:rowId xmlns:a16="http://schemas.microsoft.com/office/drawing/2014/main" val="4227108225"/>
                  </a:ext>
                </a:extLst>
              </a:tr>
              <a:tr h="241935">
                <a:tc gridSpan="2">
                  <a:txBody>
                    <a:bodyPr/>
                    <a:lstStyle/>
                    <a:p>
                      <a:pPr algn="l" fontAlgn="b"/>
                      <a:r>
                        <a:rPr lang="en-US" sz="1100" u="none" strike="noStrike">
                          <a:effectLst/>
                        </a:rPr>
                        <a:t>Adapted from PEW RESEARCH CENTER</a:t>
                      </a:r>
                      <a:endParaRPr lang="en-US" sz="1100" b="0" i="0" u="none" strike="noStrike">
                        <a:solidFill>
                          <a:srgbClr val="000000"/>
                        </a:solidFill>
                        <a:effectLst/>
                        <a:latin typeface="Arial" panose="020B0604020202020204" pitchFamily="34" charset="0"/>
                      </a:endParaRPr>
                    </a:p>
                  </a:txBody>
                  <a:tcPr marL="7620" marR="7620" marT="7620" marB="0" anchor="b"/>
                </a:tc>
                <a:tc hMerge="1">
                  <a:txBody>
                    <a:bodyPr/>
                    <a:lstStyle/>
                    <a:p>
                      <a:endParaRPr lang="en-US"/>
                    </a:p>
                  </a:txBody>
                  <a:tcPr/>
                </a:tc>
                <a:tc>
                  <a:txBody>
                    <a:bodyPr/>
                    <a:lstStyle/>
                    <a:p>
                      <a:pPr algn="l" fontAlgn="b"/>
                      <a:r>
                        <a:rPr lang="en-US" sz="1200" u="none" strike="noStrike">
                          <a:effectLst/>
                        </a:rPr>
                        <a:t> </a:t>
                      </a:r>
                      <a:endParaRPr lang="en-US" sz="1200" b="0" i="0" u="none" strike="noStrike">
                        <a:solidFill>
                          <a:srgbClr val="000000"/>
                        </a:solidFill>
                        <a:effectLst/>
                        <a:latin typeface="Arial" panose="020B0604020202020204" pitchFamily="34" charset="0"/>
                      </a:endParaRPr>
                    </a:p>
                  </a:txBody>
                  <a:tcPr marL="7620" marR="7620" marT="7620" marB="0" anchor="b"/>
                </a:tc>
                <a:tc>
                  <a:txBody>
                    <a:bodyPr/>
                    <a:lstStyle/>
                    <a:p>
                      <a:pPr algn="l" fontAlgn="b"/>
                      <a:r>
                        <a:rPr lang="en-US" sz="1200" u="none" strike="noStrike" dirty="0">
                          <a:effectLst/>
                        </a:rPr>
                        <a:t> </a:t>
                      </a:r>
                      <a:endParaRPr lang="en-US" sz="1200" b="0" i="0" u="none" strike="noStrike" dirty="0">
                        <a:solidFill>
                          <a:srgbClr val="000000"/>
                        </a:solidFill>
                        <a:effectLst/>
                        <a:latin typeface="Arial" panose="020B0604020202020204" pitchFamily="34" charset="0"/>
                      </a:endParaRPr>
                    </a:p>
                  </a:txBody>
                  <a:tcPr marL="7620" marR="7620" marT="7620" marB="0" anchor="b"/>
                </a:tc>
                <a:extLst>
                  <a:ext uri="{0D108BD9-81ED-4DB2-BD59-A6C34878D82A}">
                    <a16:rowId xmlns:a16="http://schemas.microsoft.com/office/drawing/2014/main" val="220985565"/>
                  </a:ext>
                </a:extLst>
              </a:tr>
            </a:tbl>
          </a:graphicData>
        </a:graphic>
      </p:graphicFrame>
      <p:sp>
        <p:nvSpPr>
          <p:cNvPr id="6" name="TextBox 5">
            <a:extLst>
              <a:ext uri="{FF2B5EF4-FFF2-40B4-BE49-F238E27FC236}">
                <a16:creationId xmlns:a16="http://schemas.microsoft.com/office/drawing/2014/main" id="{032D7FEC-112C-409A-B104-38B6CAA29FD7}"/>
              </a:ext>
            </a:extLst>
          </p:cNvPr>
          <p:cNvSpPr txBox="1"/>
          <p:nvPr/>
        </p:nvSpPr>
        <p:spPr>
          <a:xfrm>
            <a:off x="6334091" y="6654605"/>
            <a:ext cx="6111764" cy="253916"/>
          </a:xfrm>
          <a:prstGeom prst="rect">
            <a:avLst/>
          </a:prstGeom>
          <a:noFill/>
        </p:spPr>
        <p:txBody>
          <a:bodyPr wrap="square">
            <a:spAutoFit/>
          </a:bodyPr>
          <a:lstStyle/>
          <a:p>
            <a:r>
              <a:rPr lang="en-US" sz="1050" dirty="0" err="1"/>
              <a:t>Knaflic</a:t>
            </a:r>
            <a:r>
              <a:rPr lang="en-US" sz="1050" dirty="0"/>
              <a:t>, Cole. </a:t>
            </a:r>
            <a:r>
              <a:rPr lang="en-US" sz="1050" i="1" dirty="0"/>
              <a:t>Storytelling With Data: A Data Visualization Guide for Business Professionals</a:t>
            </a:r>
            <a:r>
              <a:rPr lang="en-US" sz="1050" dirty="0"/>
              <a:t>, Wiley, © 2015.</a:t>
            </a:r>
          </a:p>
        </p:txBody>
      </p:sp>
    </p:spTree>
    <p:extLst>
      <p:ext uri="{BB962C8B-B14F-4D97-AF65-F5344CB8AC3E}">
        <p14:creationId xmlns:p14="http://schemas.microsoft.com/office/powerpoint/2010/main" val="7622608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graphicFrame>
        <p:nvGraphicFramePr>
          <p:cNvPr id="6" name="Chart 5">
            <a:extLst>
              <a:ext uri="{FF2B5EF4-FFF2-40B4-BE49-F238E27FC236}">
                <a16:creationId xmlns:a16="http://schemas.microsoft.com/office/drawing/2014/main" id="{00000000-0008-0000-0000-000008000000}"/>
              </a:ext>
            </a:extLst>
          </p:cNvPr>
          <p:cNvGraphicFramePr>
            <a:graphicFrameLocks/>
          </p:cNvGraphicFramePr>
          <p:nvPr>
            <p:extLst>
              <p:ext uri="{D42A27DB-BD31-4B8C-83A1-F6EECF244321}">
                <p14:modId xmlns:p14="http://schemas.microsoft.com/office/powerpoint/2010/main" val="4067975094"/>
              </p:ext>
            </p:extLst>
          </p:nvPr>
        </p:nvGraphicFramePr>
        <p:xfrm>
          <a:off x="3644899" y="2418698"/>
          <a:ext cx="5551651" cy="3004640"/>
        </p:xfrm>
        <a:graphic>
          <a:graphicData uri="http://schemas.openxmlformats.org/drawingml/2006/chart">
            <c:chart xmlns:c="http://schemas.openxmlformats.org/drawingml/2006/chart" xmlns:r="http://schemas.openxmlformats.org/officeDocument/2006/relationships" r:id="rId4"/>
          </a:graphicData>
        </a:graphic>
      </p:graphicFrame>
      <p:sp>
        <p:nvSpPr>
          <p:cNvPr id="8" name="Content Placeholder 2">
            <a:extLst>
              <a:ext uri="{FF2B5EF4-FFF2-40B4-BE49-F238E27FC236}">
                <a16:creationId xmlns:a16="http://schemas.microsoft.com/office/drawing/2014/main" id="{DE752360-085F-4378-A6F5-3DAC900A0AE3}"/>
              </a:ext>
            </a:extLst>
          </p:cNvPr>
          <p:cNvSpPr>
            <a:spLocks noGrp="1"/>
          </p:cNvSpPr>
          <p:nvPr>
            <p:ph idx="1"/>
          </p:nvPr>
        </p:nvSpPr>
        <p:spPr>
          <a:xfrm>
            <a:off x="838200" y="503851"/>
            <a:ext cx="10515600" cy="1871487"/>
          </a:xfrm>
        </p:spPr>
        <p:txBody>
          <a:bodyPr>
            <a:normAutofit/>
          </a:bodyPr>
          <a:lstStyle/>
          <a:p>
            <a:pPr marL="0" indent="0">
              <a:spcBef>
                <a:spcPts val="3000"/>
              </a:spcBef>
              <a:buNone/>
            </a:pPr>
            <a:r>
              <a:rPr lang="en-US" sz="2000" dirty="0"/>
              <a:t>The graph similar to this appeared actually in a report of PEW Research Center. </a:t>
            </a:r>
            <a:r>
              <a:rPr lang="en-US" sz="2000" dirty="0">
                <a:solidFill>
                  <a:srgbClr val="242021"/>
                </a:solidFill>
                <a:latin typeface="AvenirLTStd-Light"/>
              </a:rPr>
              <a:t>However</a:t>
            </a:r>
            <a:r>
              <a:rPr lang="en-US" sz="2000" b="0" i="0" dirty="0">
                <a:solidFill>
                  <a:srgbClr val="242021"/>
                </a:solidFill>
                <a:effectLst/>
                <a:latin typeface="AvenirLTStd-Light"/>
              </a:rPr>
              <a:t>, the attention is drawn to the 2012 bars within the various groups because they are rendered in a darker color than the rest. What would you change to draw attention to the Bachelor’s degree education?</a:t>
            </a:r>
            <a:br>
              <a:rPr lang="en-US" sz="2000" dirty="0"/>
            </a:br>
            <a:endParaRPr lang="en-US" sz="2000" dirty="0">
              <a:sym typeface="Wingdings" panose="05000000000000000000" pitchFamily="2" charset="2"/>
            </a:endParaRPr>
          </a:p>
        </p:txBody>
      </p:sp>
      <p:graphicFrame>
        <p:nvGraphicFramePr>
          <p:cNvPr id="3" name="Table 2">
            <a:extLst>
              <a:ext uri="{FF2B5EF4-FFF2-40B4-BE49-F238E27FC236}">
                <a16:creationId xmlns:a16="http://schemas.microsoft.com/office/drawing/2014/main" id="{1D47B0C3-FCE3-4F54-87E3-419055094A5E}"/>
              </a:ext>
            </a:extLst>
          </p:cNvPr>
          <p:cNvGraphicFramePr>
            <a:graphicFrameLocks noGrp="1"/>
          </p:cNvGraphicFramePr>
          <p:nvPr/>
        </p:nvGraphicFramePr>
        <p:xfrm>
          <a:off x="3644900" y="1790958"/>
          <a:ext cx="5849226" cy="541020"/>
        </p:xfrm>
        <a:graphic>
          <a:graphicData uri="http://schemas.openxmlformats.org/drawingml/2006/table">
            <a:tbl>
              <a:tblPr>
                <a:tableStyleId>{2D5ABB26-0587-4C30-8999-92F81FD0307C}</a:tableStyleId>
              </a:tblPr>
              <a:tblGrid>
                <a:gridCol w="5849226">
                  <a:extLst>
                    <a:ext uri="{9D8B030D-6E8A-4147-A177-3AD203B41FA5}">
                      <a16:colId xmlns:a16="http://schemas.microsoft.com/office/drawing/2014/main" val="1655591051"/>
                    </a:ext>
                  </a:extLst>
                </a:gridCol>
              </a:tblGrid>
              <a:tr h="312420">
                <a:tc>
                  <a:txBody>
                    <a:bodyPr/>
                    <a:lstStyle/>
                    <a:p>
                      <a:pPr algn="l" fontAlgn="b"/>
                      <a:r>
                        <a:rPr lang="en-US" sz="2000" u="none" strike="noStrike">
                          <a:effectLst/>
                        </a:rPr>
                        <a:t>New Marriage Rate by Education</a:t>
                      </a:r>
                      <a:endParaRPr lang="en-US" sz="2000" b="0" i="0" u="none" strike="noStrike">
                        <a:solidFill>
                          <a:srgbClr val="404040"/>
                        </a:solidFill>
                        <a:effectLst/>
                        <a:latin typeface="Arial" panose="020B0604020202020204" pitchFamily="34" charset="0"/>
                      </a:endParaRPr>
                    </a:p>
                  </a:txBody>
                  <a:tcPr marL="7620" marR="7620" marT="7620" marB="0" anchor="b"/>
                </a:tc>
                <a:extLst>
                  <a:ext uri="{0D108BD9-81ED-4DB2-BD59-A6C34878D82A}">
                    <a16:rowId xmlns:a16="http://schemas.microsoft.com/office/drawing/2014/main" val="3943465433"/>
                  </a:ext>
                </a:extLst>
              </a:tr>
              <a:tr h="228600">
                <a:tc>
                  <a:txBody>
                    <a:bodyPr/>
                    <a:lstStyle/>
                    <a:p>
                      <a:pPr algn="l" fontAlgn="b"/>
                      <a:r>
                        <a:rPr lang="en-US" sz="1400" u="none" strike="noStrike" dirty="0">
                          <a:effectLst/>
                        </a:rPr>
                        <a:t>Number of newly married adults per 1,000 marriage eligible adults</a:t>
                      </a:r>
                      <a:endParaRPr lang="en-US" sz="1400" b="0" i="1" u="none" strike="noStrike" dirty="0">
                        <a:solidFill>
                          <a:srgbClr val="808080"/>
                        </a:solidFill>
                        <a:effectLst/>
                        <a:latin typeface="Arial" panose="020B0604020202020204" pitchFamily="34" charset="0"/>
                      </a:endParaRPr>
                    </a:p>
                  </a:txBody>
                  <a:tcPr marL="7620" marR="7620" marT="7620" marB="0" anchor="b"/>
                </a:tc>
                <a:extLst>
                  <a:ext uri="{0D108BD9-81ED-4DB2-BD59-A6C34878D82A}">
                    <a16:rowId xmlns:a16="http://schemas.microsoft.com/office/drawing/2014/main" val="2966678911"/>
                  </a:ext>
                </a:extLst>
              </a:tr>
            </a:tbl>
          </a:graphicData>
        </a:graphic>
      </p:graphicFrame>
      <p:graphicFrame>
        <p:nvGraphicFramePr>
          <p:cNvPr id="5" name="Table 4">
            <a:extLst>
              <a:ext uri="{FF2B5EF4-FFF2-40B4-BE49-F238E27FC236}">
                <a16:creationId xmlns:a16="http://schemas.microsoft.com/office/drawing/2014/main" id="{C0C6BCC6-0131-4E83-B215-FC8BAF8AB00C}"/>
              </a:ext>
            </a:extLst>
          </p:cNvPr>
          <p:cNvGraphicFramePr>
            <a:graphicFrameLocks noGrp="1"/>
          </p:cNvGraphicFramePr>
          <p:nvPr/>
        </p:nvGraphicFramePr>
        <p:xfrm>
          <a:off x="3644900" y="5603332"/>
          <a:ext cx="5551651" cy="775335"/>
        </p:xfrm>
        <a:graphic>
          <a:graphicData uri="http://schemas.openxmlformats.org/drawingml/2006/table">
            <a:tbl>
              <a:tblPr>
                <a:tableStyleId>{2D5ABB26-0587-4C30-8999-92F81FD0307C}</a:tableStyleId>
              </a:tblPr>
              <a:tblGrid>
                <a:gridCol w="2220661">
                  <a:extLst>
                    <a:ext uri="{9D8B030D-6E8A-4147-A177-3AD203B41FA5}">
                      <a16:colId xmlns:a16="http://schemas.microsoft.com/office/drawing/2014/main" val="1773861144"/>
                    </a:ext>
                  </a:extLst>
                </a:gridCol>
                <a:gridCol w="1110330">
                  <a:extLst>
                    <a:ext uri="{9D8B030D-6E8A-4147-A177-3AD203B41FA5}">
                      <a16:colId xmlns:a16="http://schemas.microsoft.com/office/drawing/2014/main" val="3347474559"/>
                    </a:ext>
                  </a:extLst>
                </a:gridCol>
                <a:gridCol w="1110330">
                  <a:extLst>
                    <a:ext uri="{9D8B030D-6E8A-4147-A177-3AD203B41FA5}">
                      <a16:colId xmlns:a16="http://schemas.microsoft.com/office/drawing/2014/main" val="3389328971"/>
                    </a:ext>
                  </a:extLst>
                </a:gridCol>
                <a:gridCol w="1110330">
                  <a:extLst>
                    <a:ext uri="{9D8B030D-6E8A-4147-A177-3AD203B41FA5}">
                      <a16:colId xmlns:a16="http://schemas.microsoft.com/office/drawing/2014/main" val="2024724999"/>
                    </a:ext>
                  </a:extLst>
                </a:gridCol>
              </a:tblGrid>
              <a:tr h="0">
                <a:tc gridSpan="4">
                  <a:txBody>
                    <a:bodyPr/>
                    <a:lstStyle/>
                    <a:p>
                      <a:pPr algn="l" fontAlgn="t"/>
                      <a:r>
                        <a:rPr lang="en-US" sz="1100" u="none" strike="noStrike" dirty="0">
                          <a:effectLst/>
                        </a:rPr>
                        <a:t>Note: Marriage eligible includes the newly married plus those widowed, divorced </a:t>
                      </a:r>
                      <a:br>
                        <a:rPr lang="en-US" sz="1100" u="none" strike="noStrike" dirty="0">
                          <a:effectLst/>
                        </a:rPr>
                      </a:br>
                      <a:r>
                        <a:rPr lang="en-US" sz="1100" u="none" strike="noStrike" dirty="0">
                          <a:effectLst/>
                        </a:rPr>
                        <a:t>or never married at interview.</a:t>
                      </a:r>
                      <a:endParaRPr lang="en-US" sz="1100" b="0" i="0" u="none" strike="noStrike" dirty="0">
                        <a:solidFill>
                          <a:srgbClr val="808080"/>
                        </a:solidFill>
                        <a:effectLst/>
                        <a:latin typeface="Arial" panose="020B0604020202020204" pitchFamily="34" charset="0"/>
                      </a:endParaRPr>
                    </a:p>
                  </a:txBody>
                  <a:tcPr marL="7620" marR="7620" marT="7620" marB="0"/>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491696168"/>
                  </a:ext>
                </a:extLst>
              </a:tr>
              <a:tr h="190500">
                <a:tc>
                  <a:txBody>
                    <a:bodyPr/>
                    <a:lstStyle/>
                    <a:p>
                      <a:pPr algn="l" fontAlgn="b"/>
                      <a:r>
                        <a:rPr lang="en-US" sz="1100" u="none" strike="noStrike">
                          <a:effectLst/>
                        </a:rPr>
                        <a:t>Source: US Census</a:t>
                      </a:r>
                      <a:endParaRPr lang="en-US" sz="1100" b="0" i="0" u="none" strike="noStrike">
                        <a:solidFill>
                          <a:srgbClr val="808080"/>
                        </a:solidFill>
                        <a:effectLst/>
                        <a:latin typeface="Arial" panose="020B0604020202020204" pitchFamily="34" charset="0"/>
                      </a:endParaRPr>
                    </a:p>
                  </a:txBody>
                  <a:tcPr marL="7620" marR="7620" marT="7620" marB="0" anchor="b"/>
                </a:tc>
                <a:tc>
                  <a:txBody>
                    <a:bodyPr/>
                    <a:lstStyle/>
                    <a:p>
                      <a:pPr algn="l" fontAlgn="b"/>
                      <a:r>
                        <a:rPr lang="en-US" sz="1200" u="none" strike="noStrike">
                          <a:effectLst/>
                        </a:rPr>
                        <a:t> </a:t>
                      </a:r>
                      <a:endParaRPr lang="en-US" sz="1200" b="0" i="0" u="none" strike="noStrike">
                        <a:solidFill>
                          <a:srgbClr val="000000"/>
                        </a:solidFill>
                        <a:effectLst/>
                        <a:latin typeface="Arial" panose="020B0604020202020204" pitchFamily="34" charset="0"/>
                      </a:endParaRPr>
                    </a:p>
                  </a:txBody>
                  <a:tcPr marL="7620" marR="7620" marT="7620" marB="0" anchor="b"/>
                </a:tc>
                <a:tc>
                  <a:txBody>
                    <a:bodyPr/>
                    <a:lstStyle/>
                    <a:p>
                      <a:pPr algn="l" fontAlgn="b"/>
                      <a:r>
                        <a:rPr lang="en-US" sz="1200" u="none" strike="noStrike">
                          <a:effectLst/>
                        </a:rPr>
                        <a:t> </a:t>
                      </a:r>
                      <a:endParaRPr lang="en-US" sz="1200" b="0" i="0" u="none" strike="noStrike">
                        <a:solidFill>
                          <a:srgbClr val="000000"/>
                        </a:solidFill>
                        <a:effectLst/>
                        <a:latin typeface="Arial" panose="020B0604020202020204" pitchFamily="34" charset="0"/>
                      </a:endParaRPr>
                    </a:p>
                  </a:txBody>
                  <a:tcPr marL="7620" marR="7620" marT="7620" marB="0" anchor="b"/>
                </a:tc>
                <a:tc>
                  <a:txBody>
                    <a:bodyPr/>
                    <a:lstStyle/>
                    <a:p>
                      <a:pPr algn="l" fontAlgn="b"/>
                      <a:r>
                        <a:rPr lang="en-US" sz="1200" u="none" strike="noStrike">
                          <a:effectLst/>
                        </a:rPr>
                        <a:t> </a:t>
                      </a:r>
                      <a:endParaRPr lang="en-US" sz="1200" b="0" i="0" u="none" strike="noStrike">
                        <a:solidFill>
                          <a:srgbClr val="000000"/>
                        </a:solidFill>
                        <a:effectLst/>
                        <a:latin typeface="Arial" panose="020B0604020202020204" pitchFamily="34" charset="0"/>
                      </a:endParaRPr>
                    </a:p>
                  </a:txBody>
                  <a:tcPr marL="7620" marR="7620" marT="7620" marB="0" anchor="b"/>
                </a:tc>
                <a:extLst>
                  <a:ext uri="{0D108BD9-81ED-4DB2-BD59-A6C34878D82A}">
                    <a16:rowId xmlns:a16="http://schemas.microsoft.com/office/drawing/2014/main" val="4227108225"/>
                  </a:ext>
                </a:extLst>
              </a:tr>
              <a:tr h="241935">
                <a:tc gridSpan="2">
                  <a:txBody>
                    <a:bodyPr/>
                    <a:lstStyle/>
                    <a:p>
                      <a:pPr algn="l" fontAlgn="b"/>
                      <a:r>
                        <a:rPr lang="en-US" sz="1100" u="none" strike="noStrike">
                          <a:effectLst/>
                        </a:rPr>
                        <a:t>Adapted from PEW RESEARCH CENTER</a:t>
                      </a:r>
                      <a:endParaRPr lang="en-US" sz="1100" b="0" i="0" u="none" strike="noStrike">
                        <a:solidFill>
                          <a:srgbClr val="000000"/>
                        </a:solidFill>
                        <a:effectLst/>
                        <a:latin typeface="Arial" panose="020B0604020202020204" pitchFamily="34" charset="0"/>
                      </a:endParaRPr>
                    </a:p>
                  </a:txBody>
                  <a:tcPr marL="7620" marR="7620" marT="7620" marB="0" anchor="b"/>
                </a:tc>
                <a:tc hMerge="1">
                  <a:txBody>
                    <a:bodyPr/>
                    <a:lstStyle/>
                    <a:p>
                      <a:endParaRPr lang="en-US"/>
                    </a:p>
                  </a:txBody>
                  <a:tcPr/>
                </a:tc>
                <a:tc>
                  <a:txBody>
                    <a:bodyPr/>
                    <a:lstStyle/>
                    <a:p>
                      <a:pPr algn="l" fontAlgn="b"/>
                      <a:r>
                        <a:rPr lang="en-US" sz="1200" u="none" strike="noStrike">
                          <a:effectLst/>
                        </a:rPr>
                        <a:t> </a:t>
                      </a:r>
                      <a:endParaRPr lang="en-US" sz="1200" b="0" i="0" u="none" strike="noStrike">
                        <a:solidFill>
                          <a:srgbClr val="000000"/>
                        </a:solidFill>
                        <a:effectLst/>
                        <a:latin typeface="Arial" panose="020B0604020202020204" pitchFamily="34" charset="0"/>
                      </a:endParaRPr>
                    </a:p>
                  </a:txBody>
                  <a:tcPr marL="7620" marR="7620" marT="7620" marB="0" anchor="b"/>
                </a:tc>
                <a:tc>
                  <a:txBody>
                    <a:bodyPr/>
                    <a:lstStyle/>
                    <a:p>
                      <a:pPr algn="l" fontAlgn="b"/>
                      <a:r>
                        <a:rPr lang="en-US" sz="1200" u="none" strike="noStrike" dirty="0">
                          <a:effectLst/>
                        </a:rPr>
                        <a:t> </a:t>
                      </a:r>
                      <a:endParaRPr lang="en-US" sz="1200" b="0" i="0" u="none" strike="noStrike" dirty="0">
                        <a:solidFill>
                          <a:srgbClr val="000000"/>
                        </a:solidFill>
                        <a:effectLst/>
                        <a:latin typeface="Arial" panose="020B0604020202020204" pitchFamily="34" charset="0"/>
                      </a:endParaRPr>
                    </a:p>
                  </a:txBody>
                  <a:tcPr marL="7620" marR="7620" marT="7620" marB="0" anchor="b"/>
                </a:tc>
                <a:extLst>
                  <a:ext uri="{0D108BD9-81ED-4DB2-BD59-A6C34878D82A}">
                    <a16:rowId xmlns:a16="http://schemas.microsoft.com/office/drawing/2014/main" val="220985565"/>
                  </a:ext>
                </a:extLst>
              </a:tr>
            </a:tbl>
          </a:graphicData>
        </a:graphic>
      </p:graphicFrame>
      <p:sp>
        <p:nvSpPr>
          <p:cNvPr id="7" name="Rectangle 6">
            <a:extLst>
              <a:ext uri="{FF2B5EF4-FFF2-40B4-BE49-F238E27FC236}">
                <a16:creationId xmlns:a16="http://schemas.microsoft.com/office/drawing/2014/main" id="{00000000-0008-0000-0000-00000A000000}"/>
              </a:ext>
            </a:extLst>
          </p:cNvPr>
          <p:cNvSpPr/>
          <p:nvPr/>
        </p:nvSpPr>
        <p:spPr>
          <a:xfrm>
            <a:off x="3749215" y="2641381"/>
            <a:ext cx="182880" cy="182880"/>
          </a:xfrm>
          <a:prstGeom prst="rect">
            <a:avLst/>
          </a:prstGeom>
          <a:solidFill>
            <a:srgbClr val="FFCC99"/>
          </a:solidFill>
          <a:ln>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en-US" sz="1100"/>
          </a:p>
        </p:txBody>
      </p:sp>
      <p:sp>
        <p:nvSpPr>
          <p:cNvPr id="9" name="Rectangle 8">
            <a:extLst>
              <a:ext uri="{FF2B5EF4-FFF2-40B4-BE49-F238E27FC236}">
                <a16:creationId xmlns:a16="http://schemas.microsoft.com/office/drawing/2014/main" id="{00000000-0008-0000-0000-00000B000000}"/>
              </a:ext>
            </a:extLst>
          </p:cNvPr>
          <p:cNvSpPr/>
          <p:nvPr/>
        </p:nvSpPr>
        <p:spPr>
          <a:xfrm>
            <a:off x="4041315" y="2641381"/>
            <a:ext cx="182880" cy="182880"/>
          </a:xfrm>
          <a:prstGeom prst="rect">
            <a:avLst/>
          </a:prstGeom>
          <a:solidFill>
            <a:srgbClr val="FFCC66"/>
          </a:solidFill>
          <a:ln>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en-US" sz="1100"/>
          </a:p>
        </p:txBody>
      </p:sp>
      <p:sp>
        <p:nvSpPr>
          <p:cNvPr id="10" name="Rectangle 9">
            <a:extLst>
              <a:ext uri="{FF2B5EF4-FFF2-40B4-BE49-F238E27FC236}">
                <a16:creationId xmlns:a16="http://schemas.microsoft.com/office/drawing/2014/main" id="{00000000-0008-0000-0000-00000C000000}"/>
              </a:ext>
            </a:extLst>
          </p:cNvPr>
          <p:cNvSpPr/>
          <p:nvPr/>
        </p:nvSpPr>
        <p:spPr>
          <a:xfrm>
            <a:off x="4320715" y="2641381"/>
            <a:ext cx="182880" cy="182880"/>
          </a:xfrm>
          <a:prstGeom prst="rect">
            <a:avLst/>
          </a:prstGeom>
          <a:solidFill>
            <a:srgbClr val="FF9900"/>
          </a:solidFill>
          <a:ln>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en-US" sz="1100"/>
          </a:p>
        </p:txBody>
      </p:sp>
      <p:sp>
        <p:nvSpPr>
          <p:cNvPr id="11" name="Rectangle 10">
            <a:extLst>
              <a:ext uri="{FF2B5EF4-FFF2-40B4-BE49-F238E27FC236}">
                <a16:creationId xmlns:a16="http://schemas.microsoft.com/office/drawing/2014/main" id="{00000000-0008-0000-0000-00000D000000}"/>
              </a:ext>
            </a:extLst>
          </p:cNvPr>
          <p:cNvSpPr/>
          <p:nvPr/>
        </p:nvSpPr>
        <p:spPr>
          <a:xfrm>
            <a:off x="4583260" y="2641381"/>
            <a:ext cx="182880" cy="182880"/>
          </a:xfrm>
          <a:prstGeom prst="rect">
            <a:avLst/>
          </a:prstGeom>
          <a:solidFill>
            <a:srgbClr val="995B32"/>
          </a:solidFill>
          <a:ln>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en-US" sz="1100"/>
          </a:p>
        </p:txBody>
      </p:sp>
      <p:sp>
        <p:nvSpPr>
          <p:cNvPr id="12" name="Rectangle 11">
            <a:extLst>
              <a:ext uri="{FF2B5EF4-FFF2-40B4-BE49-F238E27FC236}">
                <a16:creationId xmlns:a16="http://schemas.microsoft.com/office/drawing/2014/main" id="{00000000-0008-0000-0000-00000E000000}"/>
              </a:ext>
            </a:extLst>
          </p:cNvPr>
          <p:cNvSpPr/>
          <p:nvPr/>
        </p:nvSpPr>
        <p:spPr>
          <a:xfrm>
            <a:off x="4847650" y="2641381"/>
            <a:ext cx="182880" cy="182880"/>
          </a:xfrm>
          <a:prstGeom prst="rect">
            <a:avLst/>
          </a:prstGeom>
          <a:solidFill>
            <a:srgbClr val="663300"/>
          </a:solidFill>
          <a:ln>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en-US" sz="1100"/>
          </a:p>
        </p:txBody>
      </p:sp>
      <p:sp>
        <p:nvSpPr>
          <p:cNvPr id="13" name="TextBox 14">
            <a:extLst>
              <a:ext uri="{FF2B5EF4-FFF2-40B4-BE49-F238E27FC236}">
                <a16:creationId xmlns:a16="http://schemas.microsoft.com/office/drawing/2014/main" id="{00000000-0008-0000-0000-00000F000000}"/>
              </a:ext>
            </a:extLst>
          </p:cNvPr>
          <p:cNvSpPr txBox="1"/>
          <p:nvPr/>
        </p:nvSpPr>
        <p:spPr>
          <a:xfrm>
            <a:off x="3660315" y="2793781"/>
            <a:ext cx="1529080" cy="266700"/>
          </a:xfrm>
          <a:prstGeom prst="rect">
            <a:avLst/>
          </a:prstGeom>
          <a:noFill/>
          <a:ln w="9525" cmpd="sng">
            <a:noFill/>
          </a:ln>
          <a:effectLst/>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en-US" sz="1200">
                <a:solidFill>
                  <a:srgbClr val="7F7F7F"/>
                </a:solidFill>
                <a:latin typeface="Arial"/>
                <a:cs typeface="Arial"/>
              </a:rPr>
              <a:t>'08  '09  '10 </a:t>
            </a:r>
            <a:r>
              <a:rPr lang="en-US" sz="1200" baseline="0">
                <a:solidFill>
                  <a:srgbClr val="7F7F7F"/>
                </a:solidFill>
                <a:latin typeface="Arial"/>
                <a:cs typeface="Arial"/>
              </a:rPr>
              <a:t> '11  '12</a:t>
            </a:r>
            <a:endParaRPr lang="en-US" sz="1200">
              <a:solidFill>
                <a:srgbClr val="7F7F7F"/>
              </a:solidFill>
              <a:latin typeface="Arial"/>
              <a:cs typeface="Arial"/>
            </a:endParaRPr>
          </a:p>
        </p:txBody>
      </p:sp>
      <p:sp>
        <p:nvSpPr>
          <p:cNvPr id="14" name="TextBox 13">
            <a:extLst>
              <a:ext uri="{FF2B5EF4-FFF2-40B4-BE49-F238E27FC236}">
                <a16:creationId xmlns:a16="http://schemas.microsoft.com/office/drawing/2014/main" id="{005C8B50-FE5A-44FB-B0C9-424D3A05F843}"/>
              </a:ext>
            </a:extLst>
          </p:cNvPr>
          <p:cNvSpPr txBox="1"/>
          <p:nvPr/>
        </p:nvSpPr>
        <p:spPr>
          <a:xfrm>
            <a:off x="6334091" y="6654605"/>
            <a:ext cx="6111764" cy="253916"/>
          </a:xfrm>
          <a:prstGeom prst="rect">
            <a:avLst/>
          </a:prstGeom>
          <a:noFill/>
        </p:spPr>
        <p:txBody>
          <a:bodyPr wrap="square">
            <a:spAutoFit/>
          </a:bodyPr>
          <a:lstStyle/>
          <a:p>
            <a:r>
              <a:rPr lang="en-US" sz="1050" dirty="0" err="1"/>
              <a:t>Knaflic</a:t>
            </a:r>
            <a:r>
              <a:rPr lang="en-US" sz="1050" dirty="0"/>
              <a:t>, Cole. </a:t>
            </a:r>
            <a:r>
              <a:rPr lang="en-US" sz="1050" i="1" dirty="0"/>
              <a:t>Storytelling With Data: A Data Visualization Guide for Business Professionals</a:t>
            </a:r>
            <a:r>
              <a:rPr lang="en-US" sz="1050" dirty="0"/>
              <a:t>, Wiley, © 2015.</a:t>
            </a:r>
          </a:p>
        </p:txBody>
      </p:sp>
    </p:spTree>
    <p:extLst>
      <p:ext uri="{BB962C8B-B14F-4D97-AF65-F5344CB8AC3E}">
        <p14:creationId xmlns:p14="http://schemas.microsoft.com/office/powerpoint/2010/main" val="11122709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8" name="Picture 7" descr="A picture containing star, light&#10;&#10;Description automatically generated">
            <a:extLst>
              <a:ext uri="{FF2B5EF4-FFF2-40B4-BE49-F238E27FC236}">
                <a16:creationId xmlns:a16="http://schemas.microsoft.com/office/drawing/2014/main" id="{008EFFEF-02DB-4869-8FCD-2402D2F673E5}"/>
              </a:ext>
            </a:extLst>
          </p:cNvPr>
          <p:cNvPicPr>
            <a:picLocks noChangeAspect="1"/>
          </p:cNvPicPr>
          <p:nvPr/>
        </p:nvPicPr>
        <p:blipFill>
          <a:blip r:embed="rId4">
            <a:duotone>
              <a:schemeClr val="bg2">
                <a:shade val="45000"/>
                <a:satMod val="135000"/>
              </a:schemeClr>
              <a:prstClr val="white"/>
            </a:duotone>
            <a:extLst>
              <a:ext uri="{BEBA8EAE-BF5A-486C-A8C5-ECC9F3942E4B}">
                <a14:imgProps xmlns:a14="http://schemas.microsoft.com/office/drawing/2010/main">
                  <a14:imgLayer r:embed="rId5">
                    <a14:imgEffect>
                      <a14:brightnessContrast bright="40000" contrast="-20000"/>
                    </a14:imgEffect>
                  </a14:imgLayer>
                </a14:imgProps>
              </a:ext>
              <a:ext uri="{28A0092B-C50C-407E-A947-70E740481C1C}">
                <a14:useLocalDpi xmlns:a14="http://schemas.microsoft.com/office/drawing/2010/main" val="0"/>
              </a:ext>
            </a:extLst>
          </a:blip>
          <a:stretch>
            <a:fillRect/>
          </a:stretch>
        </p:blipFill>
        <p:spPr>
          <a:xfrm>
            <a:off x="0" y="-1112857"/>
            <a:ext cx="12191999" cy="7303698"/>
          </a:xfrm>
          <a:prstGeom prst="rect">
            <a:avLst/>
          </a:prstGeom>
        </p:spPr>
      </p:pic>
      <p:sp>
        <p:nvSpPr>
          <p:cNvPr id="4" name="Rectangle 3">
            <a:extLst>
              <a:ext uri="{FF2B5EF4-FFF2-40B4-BE49-F238E27FC236}">
                <a16:creationId xmlns:a16="http://schemas.microsoft.com/office/drawing/2014/main" id="{C0AF0531-642B-4FF2-87F3-A3194EAD95F4}"/>
              </a:ext>
            </a:extLst>
          </p:cNvPr>
          <p:cNvSpPr/>
          <p:nvPr/>
        </p:nvSpPr>
        <p:spPr>
          <a:xfrm>
            <a:off x="355600" y="5969000"/>
            <a:ext cx="3691467" cy="7281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EEEAC1D3-D8AF-46BF-ACBE-7973AFD929EC}"/>
              </a:ext>
            </a:extLst>
          </p:cNvPr>
          <p:cNvSpPr/>
          <p:nvPr/>
        </p:nvSpPr>
        <p:spPr>
          <a:xfrm>
            <a:off x="0" y="1871133"/>
            <a:ext cx="12201569" cy="4315632"/>
          </a:xfrm>
          <a:prstGeom prst="rect">
            <a:avLst/>
          </a:prstGeom>
          <a:solidFill>
            <a:srgbClr val="340E1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A close up of a sign&#10;&#10;Description automatically generated">
            <a:extLst>
              <a:ext uri="{FF2B5EF4-FFF2-40B4-BE49-F238E27FC236}">
                <a16:creationId xmlns:a16="http://schemas.microsoft.com/office/drawing/2014/main" id="{99425A7A-2D2B-45BE-BCCE-7F5571BD287F}"/>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68835" y="6225566"/>
            <a:ext cx="2821125" cy="562503"/>
          </a:xfrm>
          <a:prstGeom prst="rect">
            <a:avLst/>
          </a:prstGeom>
        </p:spPr>
      </p:pic>
      <p:sp>
        <p:nvSpPr>
          <p:cNvPr id="9" name="Title 3">
            <a:extLst>
              <a:ext uri="{FF2B5EF4-FFF2-40B4-BE49-F238E27FC236}">
                <a16:creationId xmlns:a16="http://schemas.microsoft.com/office/drawing/2014/main" id="{CB66BB81-4A97-45E8-9BED-6AE071964A45}"/>
              </a:ext>
            </a:extLst>
          </p:cNvPr>
          <p:cNvSpPr txBox="1">
            <a:spLocks/>
          </p:cNvSpPr>
          <p:nvPr/>
        </p:nvSpPr>
        <p:spPr>
          <a:xfrm>
            <a:off x="831851" y="1709742"/>
            <a:ext cx="10515600" cy="2852737"/>
          </a:xfrm>
          <a:prstGeom prst="rect">
            <a:avLst/>
          </a:prstGeom>
        </p:spPr>
        <p:txBody>
          <a:bodyPr vert="horz" lIns="91440" tIns="45720" rIns="91440" bIns="45720" rtlCol="0" anchor="b">
            <a:normAutofit/>
          </a:bodyPr>
          <a:lstStyle>
            <a:lvl1pPr algn="l" defTabSz="685783" rtl="0" eaLnBrk="1" latinLnBrk="0" hangingPunct="1">
              <a:lnSpc>
                <a:spcPct val="90000"/>
              </a:lnSpc>
              <a:spcBef>
                <a:spcPct val="0"/>
              </a:spcBef>
              <a:buNone/>
              <a:defRPr sz="6000" b="1" kern="1200">
                <a:solidFill>
                  <a:schemeClr val="bg1"/>
                </a:solidFill>
                <a:effectLst>
                  <a:outerShdw blurRad="38100" dist="38100" dir="2700000" algn="tl">
                    <a:srgbClr val="000000">
                      <a:alpha val="43137"/>
                    </a:srgbClr>
                  </a:outerShdw>
                </a:effectLst>
                <a:latin typeface="+mj-lt"/>
                <a:ea typeface="+mj-ea"/>
                <a:cs typeface="+mj-cs"/>
              </a:defRPr>
            </a:lvl1pPr>
          </a:lstStyle>
          <a:p>
            <a:pPr lvl="0">
              <a:defRPr/>
            </a:pPr>
            <a:r>
              <a:rPr lang="en-US" dirty="0">
                <a:latin typeface="Roboto" panose="02000000000000000000" pitchFamily="2" charset="0"/>
                <a:ea typeface="Roboto" panose="02000000000000000000" pitchFamily="2" charset="0"/>
                <a:cs typeface="Roboto" panose="02000000000000000000" pitchFamily="2" charset="0"/>
              </a:rPr>
              <a:t>Exercise 2</a:t>
            </a:r>
            <a:endParaRPr kumimoji="0" lang="pl-PL" sz="6000" b="1" i="0" u="none" strike="noStrike" kern="1200" cap="none" spc="0" normalizeH="0" baseline="0" noProof="0" dirty="0">
              <a:ln>
                <a:noFill/>
              </a:ln>
              <a:solidFill>
                <a:sysClr val="window" lastClr="FFFFFF"/>
              </a:solidFill>
              <a:effectLst>
                <a:outerShdw blurRad="38100" dist="38100" dir="2700000" algn="tl">
                  <a:srgbClr val="000000">
                    <a:alpha val="43137"/>
                  </a:srgbClr>
                </a:outerShdw>
              </a:effectLst>
              <a:uLnTx/>
              <a:uFillTx/>
              <a:latin typeface="Roboto" panose="02000000000000000000" pitchFamily="2" charset="0"/>
              <a:ea typeface="Roboto" panose="02000000000000000000" pitchFamily="2" charset="0"/>
              <a:cs typeface="Roboto" panose="02000000000000000000" pitchFamily="2" charset="0"/>
            </a:endParaRPr>
          </a:p>
        </p:txBody>
      </p:sp>
    </p:spTree>
    <p:extLst>
      <p:ext uri="{BB962C8B-B14F-4D97-AF65-F5344CB8AC3E}">
        <p14:creationId xmlns:p14="http://schemas.microsoft.com/office/powerpoint/2010/main" val="33705287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
        <p:nvSpPr>
          <p:cNvPr id="8" name="Content Placeholder 2">
            <a:extLst>
              <a:ext uri="{FF2B5EF4-FFF2-40B4-BE49-F238E27FC236}">
                <a16:creationId xmlns:a16="http://schemas.microsoft.com/office/drawing/2014/main" id="{DE752360-085F-4378-A6F5-3DAC900A0AE3}"/>
              </a:ext>
            </a:extLst>
          </p:cNvPr>
          <p:cNvSpPr>
            <a:spLocks noGrp="1"/>
          </p:cNvSpPr>
          <p:nvPr>
            <p:ph idx="1"/>
          </p:nvPr>
        </p:nvSpPr>
        <p:spPr>
          <a:xfrm>
            <a:off x="838200" y="503851"/>
            <a:ext cx="10515600" cy="1871487"/>
          </a:xfrm>
        </p:spPr>
        <p:txBody>
          <a:bodyPr>
            <a:normAutofit fontScale="92500" lnSpcReduction="10000"/>
          </a:bodyPr>
          <a:lstStyle/>
          <a:p>
            <a:pPr marL="0" indent="0">
              <a:spcBef>
                <a:spcPts val="3000"/>
              </a:spcBef>
              <a:buNone/>
            </a:pPr>
            <a:r>
              <a:rPr lang="en-US" sz="1800" b="0" i="0" dirty="0">
                <a:solidFill>
                  <a:srgbClr val="000000"/>
                </a:solidFill>
                <a:effectLst/>
                <a:latin typeface="AvenirLTStd-Book"/>
              </a:rPr>
              <a:t>Let’s look at an example table and explore both how we can improve it and take things a step further to visualize the data it contains.</a:t>
            </a:r>
          </a:p>
          <a:p>
            <a:pPr marL="0" indent="0">
              <a:spcBef>
                <a:spcPts val="3000"/>
              </a:spcBef>
              <a:buNone/>
            </a:pPr>
            <a:br>
              <a:rPr lang="en-US" sz="1800" b="0" i="0" dirty="0">
                <a:solidFill>
                  <a:srgbClr val="000000"/>
                </a:solidFill>
                <a:effectLst/>
                <a:latin typeface="AvenirLTStd-Book"/>
              </a:rPr>
            </a:br>
            <a:r>
              <a:rPr lang="en-US" sz="1800" b="0" i="0" dirty="0">
                <a:solidFill>
                  <a:srgbClr val="000000"/>
                </a:solidFill>
                <a:effectLst/>
                <a:latin typeface="AvenirLTStd-Book"/>
              </a:rPr>
              <a:t>It shows the breakdown of new clients by tier for the recent year. Use this table to complete the following steps.</a:t>
            </a:r>
            <a:r>
              <a:rPr lang="en-US" dirty="0"/>
              <a:t> </a:t>
            </a:r>
            <a:br>
              <a:rPr lang="en-US" dirty="0"/>
            </a:br>
            <a:endParaRPr lang="en-US" dirty="0">
              <a:sym typeface="Wingdings" panose="05000000000000000000" pitchFamily="2" charset="2"/>
            </a:endParaRPr>
          </a:p>
        </p:txBody>
      </p:sp>
      <p:graphicFrame>
        <p:nvGraphicFramePr>
          <p:cNvPr id="3" name="Object 2">
            <a:extLst>
              <a:ext uri="{FF2B5EF4-FFF2-40B4-BE49-F238E27FC236}">
                <a16:creationId xmlns:a16="http://schemas.microsoft.com/office/drawing/2014/main" id="{2BCE47F4-D6DE-4984-89A8-5D5DFAF486CB}"/>
              </a:ext>
            </a:extLst>
          </p:cNvPr>
          <p:cNvGraphicFramePr>
            <a:graphicFrameLocks noChangeAspect="1"/>
          </p:cNvGraphicFramePr>
          <p:nvPr>
            <p:extLst>
              <p:ext uri="{D42A27DB-BD31-4B8C-83A1-F6EECF244321}">
                <p14:modId xmlns:p14="http://schemas.microsoft.com/office/powerpoint/2010/main" val="2467134037"/>
              </p:ext>
            </p:extLst>
          </p:nvPr>
        </p:nvGraphicFramePr>
        <p:xfrm>
          <a:off x="2163680" y="2769075"/>
          <a:ext cx="7864639" cy="2280445"/>
        </p:xfrm>
        <a:graphic>
          <a:graphicData uri="http://schemas.openxmlformats.org/presentationml/2006/ole">
            <mc:AlternateContent xmlns:mc="http://schemas.openxmlformats.org/markup-compatibility/2006">
              <mc:Choice xmlns:v="urn:schemas-microsoft-com:vml" Requires="v">
                <p:oleObj spid="_x0000_s14347" name="Worksheet" r:id="rId5" imgW="3809858" imgH="1105057" progId="Excel.Sheet.12">
                  <p:embed/>
                </p:oleObj>
              </mc:Choice>
              <mc:Fallback>
                <p:oleObj name="Worksheet" r:id="rId5" imgW="3809858" imgH="1105057" progId="Excel.Sheet.12">
                  <p:embed/>
                  <p:pic>
                    <p:nvPicPr>
                      <p:cNvPr id="0" name=""/>
                      <p:cNvPicPr/>
                      <p:nvPr/>
                    </p:nvPicPr>
                    <p:blipFill>
                      <a:blip r:embed="rId6"/>
                      <a:stretch>
                        <a:fillRect/>
                      </a:stretch>
                    </p:blipFill>
                    <p:spPr>
                      <a:xfrm>
                        <a:off x="2163680" y="2769075"/>
                        <a:ext cx="7864639" cy="2280445"/>
                      </a:xfrm>
                      <a:prstGeom prst="rect">
                        <a:avLst/>
                      </a:prstGeom>
                    </p:spPr>
                  </p:pic>
                </p:oleObj>
              </mc:Fallback>
            </mc:AlternateContent>
          </a:graphicData>
        </a:graphic>
      </p:graphicFrame>
      <p:sp>
        <p:nvSpPr>
          <p:cNvPr id="4" name="TextBox 3">
            <a:extLst>
              <a:ext uri="{FF2B5EF4-FFF2-40B4-BE49-F238E27FC236}">
                <a16:creationId xmlns:a16="http://schemas.microsoft.com/office/drawing/2014/main" id="{D696C4A9-CAFC-4019-911C-DFD40A24B9D7}"/>
              </a:ext>
            </a:extLst>
          </p:cNvPr>
          <p:cNvSpPr txBox="1"/>
          <p:nvPr/>
        </p:nvSpPr>
        <p:spPr>
          <a:xfrm>
            <a:off x="6334091" y="6654605"/>
            <a:ext cx="6111764" cy="253916"/>
          </a:xfrm>
          <a:prstGeom prst="rect">
            <a:avLst/>
          </a:prstGeom>
          <a:noFill/>
        </p:spPr>
        <p:txBody>
          <a:bodyPr wrap="square">
            <a:spAutoFit/>
          </a:bodyPr>
          <a:lstStyle/>
          <a:p>
            <a:r>
              <a:rPr lang="en-US" sz="1050" dirty="0" err="1"/>
              <a:t>Knaflic</a:t>
            </a:r>
            <a:r>
              <a:rPr lang="en-US" sz="1050" dirty="0"/>
              <a:t>, Cole. </a:t>
            </a:r>
            <a:r>
              <a:rPr lang="en-US" sz="1050" i="1" dirty="0"/>
              <a:t>Storytelling With Data: A Data Visualization Guide for Business Professionals</a:t>
            </a:r>
            <a:r>
              <a:rPr lang="en-US" sz="1050" dirty="0"/>
              <a:t>, Wiley, © 2015.</a:t>
            </a:r>
          </a:p>
        </p:txBody>
      </p:sp>
    </p:spTree>
    <p:extLst>
      <p:ext uri="{BB962C8B-B14F-4D97-AF65-F5344CB8AC3E}">
        <p14:creationId xmlns:p14="http://schemas.microsoft.com/office/powerpoint/2010/main" val="13516497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
        <p:nvSpPr>
          <p:cNvPr id="8" name="Content Placeholder 2">
            <a:extLst>
              <a:ext uri="{FF2B5EF4-FFF2-40B4-BE49-F238E27FC236}">
                <a16:creationId xmlns:a16="http://schemas.microsoft.com/office/drawing/2014/main" id="{DE752360-085F-4378-A6F5-3DAC900A0AE3}"/>
              </a:ext>
            </a:extLst>
          </p:cNvPr>
          <p:cNvSpPr>
            <a:spLocks noGrp="1"/>
          </p:cNvSpPr>
          <p:nvPr>
            <p:ph idx="1"/>
          </p:nvPr>
        </p:nvSpPr>
        <p:spPr>
          <a:xfrm>
            <a:off x="838200" y="503851"/>
            <a:ext cx="10515600" cy="1871487"/>
          </a:xfrm>
        </p:spPr>
        <p:txBody>
          <a:bodyPr>
            <a:normAutofit fontScale="92500" lnSpcReduction="10000"/>
          </a:bodyPr>
          <a:lstStyle/>
          <a:p>
            <a:pPr marL="0" indent="0">
              <a:spcBef>
                <a:spcPts val="3000"/>
              </a:spcBef>
              <a:buNone/>
            </a:pPr>
            <a:r>
              <a:rPr lang="en-US" sz="1800" b="0" i="0" dirty="0">
                <a:solidFill>
                  <a:srgbClr val="000000"/>
                </a:solidFill>
                <a:effectLst/>
                <a:latin typeface="AvenirLTStd-Book"/>
              </a:rPr>
              <a:t>Let’s look at an example table and explore both how we can improve it and take things a step further to visualize the data it contains.</a:t>
            </a:r>
          </a:p>
          <a:p>
            <a:pPr marL="0" indent="0">
              <a:spcBef>
                <a:spcPts val="3000"/>
              </a:spcBef>
              <a:buNone/>
            </a:pPr>
            <a:br>
              <a:rPr lang="en-US" sz="1800" b="0" i="0" dirty="0">
                <a:solidFill>
                  <a:srgbClr val="000000"/>
                </a:solidFill>
                <a:effectLst/>
                <a:latin typeface="AvenirLTStd-Book"/>
              </a:rPr>
            </a:br>
            <a:r>
              <a:rPr lang="en-US" sz="1800" b="0" i="0" dirty="0">
                <a:solidFill>
                  <a:srgbClr val="000000"/>
                </a:solidFill>
                <a:effectLst/>
                <a:latin typeface="AvenirLTStd-Book"/>
              </a:rPr>
              <a:t>It shows the breakdown of new clients by tier for the recent year. Use this table to complete the following steps.</a:t>
            </a:r>
            <a:r>
              <a:rPr lang="en-US" dirty="0"/>
              <a:t> </a:t>
            </a:r>
            <a:br>
              <a:rPr lang="en-US" dirty="0"/>
            </a:br>
            <a:endParaRPr lang="en-US" dirty="0">
              <a:sym typeface="Wingdings" panose="05000000000000000000" pitchFamily="2" charset="2"/>
            </a:endParaRPr>
          </a:p>
        </p:txBody>
      </p:sp>
      <p:graphicFrame>
        <p:nvGraphicFramePr>
          <p:cNvPr id="3" name="Object 2">
            <a:extLst>
              <a:ext uri="{FF2B5EF4-FFF2-40B4-BE49-F238E27FC236}">
                <a16:creationId xmlns:a16="http://schemas.microsoft.com/office/drawing/2014/main" id="{2BCE47F4-D6DE-4984-89A8-5D5DFAF486CB}"/>
              </a:ext>
            </a:extLst>
          </p:cNvPr>
          <p:cNvGraphicFramePr>
            <a:graphicFrameLocks noChangeAspect="1"/>
          </p:cNvGraphicFramePr>
          <p:nvPr>
            <p:extLst>
              <p:ext uri="{D42A27DB-BD31-4B8C-83A1-F6EECF244321}">
                <p14:modId xmlns:p14="http://schemas.microsoft.com/office/powerpoint/2010/main" val="812391078"/>
              </p:ext>
            </p:extLst>
          </p:nvPr>
        </p:nvGraphicFramePr>
        <p:xfrm>
          <a:off x="375521" y="2128995"/>
          <a:ext cx="4328560" cy="1255117"/>
        </p:xfrm>
        <a:graphic>
          <a:graphicData uri="http://schemas.openxmlformats.org/presentationml/2006/ole">
            <mc:AlternateContent xmlns:mc="http://schemas.openxmlformats.org/markup-compatibility/2006">
              <mc:Choice xmlns:v="urn:schemas-microsoft-com:vml" Requires="v">
                <p:oleObj spid="_x0000_s15370" name="Worksheet" r:id="rId5" imgW="3809858" imgH="1105057" progId="Excel.Sheet.12">
                  <p:embed/>
                </p:oleObj>
              </mc:Choice>
              <mc:Fallback>
                <p:oleObj name="Worksheet" r:id="rId5" imgW="3809858" imgH="1105057" progId="Excel.Sheet.12">
                  <p:embed/>
                  <p:pic>
                    <p:nvPicPr>
                      <p:cNvPr id="3" name="Object 2">
                        <a:extLst>
                          <a:ext uri="{FF2B5EF4-FFF2-40B4-BE49-F238E27FC236}">
                            <a16:creationId xmlns:a16="http://schemas.microsoft.com/office/drawing/2014/main" id="{2BCE47F4-D6DE-4984-89A8-5D5DFAF486CB}"/>
                          </a:ext>
                        </a:extLst>
                      </p:cNvPr>
                      <p:cNvPicPr/>
                      <p:nvPr/>
                    </p:nvPicPr>
                    <p:blipFill>
                      <a:blip r:embed="rId6"/>
                      <a:stretch>
                        <a:fillRect/>
                      </a:stretch>
                    </p:blipFill>
                    <p:spPr>
                      <a:xfrm>
                        <a:off x="375521" y="2128995"/>
                        <a:ext cx="4328560" cy="1255117"/>
                      </a:xfrm>
                      <a:prstGeom prst="rect">
                        <a:avLst/>
                      </a:prstGeom>
                    </p:spPr>
                  </p:pic>
                </p:oleObj>
              </mc:Fallback>
            </mc:AlternateContent>
          </a:graphicData>
        </a:graphic>
      </p:graphicFrame>
      <p:sp>
        <p:nvSpPr>
          <p:cNvPr id="5" name="TextBox 4">
            <a:extLst>
              <a:ext uri="{FF2B5EF4-FFF2-40B4-BE49-F238E27FC236}">
                <a16:creationId xmlns:a16="http://schemas.microsoft.com/office/drawing/2014/main" id="{61A26FA3-DEC5-4551-A1DF-DA5AC7308137}"/>
              </a:ext>
            </a:extLst>
          </p:cNvPr>
          <p:cNvSpPr txBox="1"/>
          <p:nvPr/>
        </p:nvSpPr>
        <p:spPr>
          <a:xfrm>
            <a:off x="5313680" y="2756553"/>
            <a:ext cx="6786880" cy="2893100"/>
          </a:xfrm>
          <a:prstGeom prst="rect">
            <a:avLst/>
          </a:prstGeom>
          <a:noFill/>
        </p:spPr>
        <p:txBody>
          <a:bodyPr wrap="square">
            <a:spAutoFit/>
          </a:bodyPr>
          <a:lstStyle/>
          <a:p>
            <a:r>
              <a:rPr lang="en-US" sz="1400" b="0" i="0" dirty="0">
                <a:solidFill>
                  <a:srgbClr val="004A8F"/>
                </a:solidFill>
                <a:effectLst/>
                <a:latin typeface="AvenirLTStd-Medium"/>
              </a:rPr>
              <a:t>STEP 1: </a:t>
            </a:r>
            <a:r>
              <a:rPr lang="en-US" sz="1400" b="0" i="0" dirty="0">
                <a:solidFill>
                  <a:srgbClr val="000000"/>
                </a:solidFill>
                <a:effectLst/>
                <a:latin typeface="AvenirLTStd-Book"/>
              </a:rPr>
              <a:t>Review the data in the Table. What observations can you make? Do</a:t>
            </a:r>
            <a:br>
              <a:rPr lang="en-US" sz="1400" b="0" i="0" dirty="0">
                <a:solidFill>
                  <a:srgbClr val="000000"/>
                </a:solidFill>
                <a:effectLst/>
                <a:latin typeface="AvenirLTStd-Book"/>
              </a:rPr>
            </a:br>
            <a:r>
              <a:rPr lang="en-US" sz="1400" b="0" i="0" dirty="0">
                <a:solidFill>
                  <a:srgbClr val="000000"/>
                </a:solidFill>
                <a:effectLst/>
                <a:latin typeface="AvenirLTStd-Book"/>
              </a:rPr>
              <a:t>you have to make any assumptions when interpreting this data? What questions</a:t>
            </a:r>
            <a:br>
              <a:rPr lang="en-US" sz="1400" b="0" i="0" dirty="0">
                <a:solidFill>
                  <a:srgbClr val="000000"/>
                </a:solidFill>
                <a:effectLst/>
                <a:latin typeface="AvenirLTStd-Book"/>
              </a:rPr>
            </a:br>
            <a:r>
              <a:rPr lang="en-US" sz="1400" b="0" i="0" dirty="0">
                <a:solidFill>
                  <a:srgbClr val="000000"/>
                </a:solidFill>
                <a:effectLst/>
                <a:latin typeface="AvenirLTStd-Book"/>
              </a:rPr>
              <a:t>do you have about this data?</a:t>
            </a:r>
          </a:p>
          <a:p>
            <a:br>
              <a:rPr lang="en-US" sz="1400" b="0" i="0" dirty="0">
                <a:solidFill>
                  <a:srgbClr val="000000"/>
                </a:solidFill>
                <a:effectLst/>
                <a:latin typeface="AvenirLTStd-Book"/>
              </a:rPr>
            </a:br>
            <a:r>
              <a:rPr lang="en-US" sz="1400" b="0" i="0" dirty="0">
                <a:solidFill>
                  <a:srgbClr val="004A8F"/>
                </a:solidFill>
                <a:effectLst/>
                <a:latin typeface="AvenirLTStd-Medium"/>
              </a:rPr>
              <a:t>STEP 2: </a:t>
            </a:r>
            <a:r>
              <a:rPr lang="en-US" sz="1400" b="0" i="0" dirty="0">
                <a:solidFill>
                  <a:srgbClr val="000000"/>
                </a:solidFill>
                <a:effectLst/>
                <a:latin typeface="AvenirLTStd-Book"/>
              </a:rPr>
              <a:t>Consider the layout of the table. Let’s assume you’ve been told this information must be communicated in a table. Are there any changes you would make to the way the data is presented or the overall manner in which the table is designed?</a:t>
            </a:r>
          </a:p>
          <a:p>
            <a:br>
              <a:rPr lang="en-US" sz="1400" b="0" i="0" dirty="0">
                <a:solidFill>
                  <a:srgbClr val="000000"/>
                </a:solidFill>
                <a:effectLst/>
                <a:latin typeface="AvenirLTStd-Book"/>
              </a:rPr>
            </a:br>
            <a:r>
              <a:rPr lang="en-US" sz="1400" b="0" i="0" dirty="0">
                <a:solidFill>
                  <a:srgbClr val="004A8F"/>
                </a:solidFill>
                <a:effectLst/>
                <a:latin typeface="AvenirLTStd-Medium"/>
              </a:rPr>
              <a:t>STEP 3: </a:t>
            </a:r>
            <a:r>
              <a:rPr lang="en-US" sz="1400" b="0" i="0" dirty="0">
                <a:solidFill>
                  <a:srgbClr val="000000"/>
                </a:solidFill>
                <a:effectLst/>
                <a:latin typeface="AvenirLTStd-Book"/>
              </a:rPr>
              <a:t>Let’s assume the main comparison you want to make is between how</a:t>
            </a:r>
            <a:br>
              <a:rPr lang="en-US" sz="1400" b="0" i="0" dirty="0">
                <a:solidFill>
                  <a:srgbClr val="000000"/>
                </a:solidFill>
                <a:effectLst/>
                <a:latin typeface="AvenirLTStd-Book"/>
              </a:rPr>
            </a:br>
            <a:r>
              <a:rPr lang="en-US" sz="1400" b="0" i="0" dirty="0">
                <a:solidFill>
                  <a:srgbClr val="000000"/>
                </a:solidFill>
                <a:effectLst/>
                <a:latin typeface="AvenirLTStd-Book"/>
              </a:rPr>
              <a:t>accounts are distributed across the tiers compared to how revenue is distributed—</a:t>
            </a:r>
            <a:br>
              <a:rPr lang="en-US" sz="1400" b="0" i="0" dirty="0">
                <a:solidFill>
                  <a:srgbClr val="000000"/>
                </a:solidFill>
                <a:effectLst/>
                <a:latin typeface="AvenirLTStd-Book"/>
              </a:rPr>
            </a:br>
            <a:r>
              <a:rPr lang="en-US" sz="1400" b="0" i="0" dirty="0">
                <a:solidFill>
                  <a:srgbClr val="000000"/>
                </a:solidFill>
                <a:effectLst/>
                <a:latin typeface="AvenirLTStd-Book"/>
              </a:rPr>
              <a:t>and that you have the freedom to make bigger changes (it’s not required to be a</a:t>
            </a:r>
            <a:br>
              <a:rPr lang="en-US" sz="1400" b="0" i="0" dirty="0">
                <a:solidFill>
                  <a:srgbClr val="000000"/>
                </a:solidFill>
                <a:effectLst/>
                <a:latin typeface="AvenirLTStd-Book"/>
              </a:rPr>
            </a:br>
            <a:r>
              <a:rPr lang="en-US" sz="1400" b="0" i="0" dirty="0">
                <a:solidFill>
                  <a:srgbClr val="000000"/>
                </a:solidFill>
                <a:effectLst/>
                <a:latin typeface="AvenirLTStd-Book"/>
              </a:rPr>
              <a:t>table). How would you visualize this data? Create a graph in the tool of your choice.</a:t>
            </a:r>
            <a:r>
              <a:rPr lang="en-US" sz="1400" dirty="0"/>
              <a:t> </a:t>
            </a:r>
            <a:br>
              <a:rPr lang="en-US" sz="1400" dirty="0"/>
            </a:br>
            <a:endParaRPr lang="en-US" sz="1400" dirty="0"/>
          </a:p>
        </p:txBody>
      </p:sp>
      <p:sp>
        <p:nvSpPr>
          <p:cNvPr id="6" name="TextBox 5">
            <a:extLst>
              <a:ext uri="{FF2B5EF4-FFF2-40B4-BE49-F238E27FC236}">
                <a16:creationId xmlns:a16="http://schemas.microsoft.com/office/drawing/2014/main" id="{86DC5F92-611A-4760-B6EA-D494B2F7818D}"/>
              </a:ext>
            </a:extLst>
          </p:cNvPr>
          <p:cNvSpPr txBox="1"/>
          <p:nvPr/>
        </p:nvSpPr>
        <p:spPr>
          <a:xfrm>
            <a:off x="6334091" y="6654605"/>
            <a:ext cx="6111764" cy="253916"/>
          </a:xfrm>
          <a:prstGeom prst="rect">
            <a:avLst/>
          </a:prstGeom>
          <a:noFill/>
        </p:spPr>
        <p:txBody>
          <a:bodyPr wrap="square">
            <a:spAutoFit/>
          </a:bodyPr>
          <a:lstStyle/>
          <a:p>
            <a:r>
              <a:rPr lang="en-US" sz="1050" dirty="0" err="1"/>
              <a:t>Knaflic</a:t>
            </a:r>
            <a:r>
              <a:rPr lang="en-US" sz="1050" dirty="0"/>
              <a:t>, Cole. </a:t>
            </a:r>
            <a:r>
              <a:rPr lang="en-US" sz="1050" i="1" dirty="0"/>
              <a:t>Storytelling With Data: A Data Visualization Guide for Business Professionals</a:t>
            </a:r>
            <a:r>
              <a:rPr lang="en-US" sz="1050" dirty="0"/>
              <a:t>, Wiley, © 2015.</a:t>
            </a:r>
          </a:p>
        </p:txBody>
      </p:sp>
    </p:spTree>
    <p:extLst>
      <p:ext uri="{BB962C8B-B14F-4D97-AF65-F5344CB8AC3E}">
        <p14:creationId xmlns:p14="http://schemas.microsoft.com/office/powerpoint/2010/main" val="14096183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8" name="Picture 7" descr="A picture containing star, light&#10;&#10;Description automatically generated">
            <a:extLst>
              <a:ext uri="{FF2B5EF4-FFF2-40B4-BE49-F238E27FC236}">
                <a16:creationId xmlns:a16="http://schemas.microsoft.com/office/drawing/2014/main" id="{008EFFEF-02DB-4869-8FCD-2402D2F673E5}"/>
              </a:ext>
            </a:extLst>
          </p:cNvPr>
          <p:cNvPicPr>
            <a:picLocks noChangeAspect="1"/>
          </p:cNvPicPr>
          <p:nvPr/>
        </p:nvPicPr>
        <p:blipFill>
          <a:blip r:embed="rId4">
            <a:duotone>
              <a:schemeClr val="bg2">
                <a:shade val="45000"/>
                <a:satMod val="135000"/>
              </a:schemeClr>
              <a:prstClr val="white"/>
            </a:duotone>
            <a:extLst>
              <a:ext uri="{BEBA8EAE-BF5A-486C-A8C5-ECC9F3942E4B}">
                <a14:imgProps xmlns:a14="http://schemas.microsoft.com/office/drawing/2010/main">
                  <a14:imgLayer r:embed="rId5">
                    <a14:imgEffect>
                      <a14:brightnessContrast bright="40000" contrast="-20000"/>
                    </a14:imgEffect>
                  </a14:imgLayer>
                </a14:imgProps>
              </a:ext>
              <a:ext uri="{28A0092B-C50C-407E-A947-70E740481C1C}">
                <a14:useLocalDpi xmlns:a14="http://schemas.microsoft.com/office/drawing/2010/main" val="0"/>
              </a:ext>
            </a:extLst>
          </a:blip>
          <a:stretch>
            <a:fillRect/>
          </a:stretch>
        </p:blipFill>
        <p:spPr>
          <a:xfrm>
            <a:off x="0" y="-1112857"/>
            <a:ext cx="12191999" cy="7303698"/>
          </a:xfrm>
          <a:prstGeom prst="rect">
            <a:avLst/>
          </a:prstGeom>
        </p:spPr>
      </p:pic>
      <p:sp>
        <p:nvSpPr>
          <p:cNvPr id="4" name="Rectangle 3">
            <a:extLst>
              <a:ext uri="{FF2B5EF4-FFF2-40B4-BE49-F238E27FC236}">
                <a16:creationId xmlns:a16="http://schemas.microsoft.com/office/drawing/2014/main" id="{C0AF0531-642B-4FF2-87F3-A3194EAD95F4}"/>
              </a:ext>
            </a:extLst>
          </p:cNvPr>
          <p:cNvSpPr/>
          <p:nvPr/>
        </p:nvSpPr>
        <p:spPr>
          <a:xfrm>
            <a:off x="355600" y="5969000"/>
            <a:ext cx="3691467" cy="7281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EEEAC1D3-D8AF-46BF-ACBE-7973AFD929EC}"/>
              </a:ext>
            </a:extLst>
          </p:cNvPr>
          <p:cNvSpPr/>
          <p:nvPr/>
        </p:nvSpPr>
        <p:spPr>
          <a:xfrm>
            <a:off x="0" y="1871133"/>
            <a:ext cx="12201569" cy="4315632"/>
          </a:xfrm>
          <a:prstGeom prst="rect">
            <a:avLst/>
          </a:prstGeom>
          <a:solidFill>
            <a:srgbClr val="340E1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A close up of a sign&#10;&#10;Description automatically generated">
            <a:extLst>
              <a:ext uri="{FF2B5EF4-FFF2-40B4-BE49-F238E27FC236}">
                <a16:creationId xmlns:a16="http://schemas.microsoft.com/office/drawing/2014/main" id="{99425A7A-2D2B-45BE-BCCE-7F5571BD287F}"/>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68835" y="6225566"/>
            <a:ext cx="2821125" cy="562503"/>
          </a:xfrm>
          <a:prstGeom prst="rect">
            <a:avLst/>
          </a:prstGeom>
        </p:spPr>
      </p:pic>
      <p:sp>
        <p:nvSpPr>
          <p:cNvPr id="9" name="Title 3">
            <a:extLst>
              <a:ext uri="{FF2B5EF4-FFF2-40B4-BE49-F238E27FC236}">
                <a16:creationId xmlns:a16="http://schemas.microsoft.com/office/drawing/2014/main" id="{CB66BB81-4A97-45E8-9BED-6AE071964A45}"/>
              </a:ext>
            </a:extLst>
          </p:cNvPr>
          <p:cNvSpPr txBox="1">
            <a:spLocks/>
          </p:cNvSpPr>
          <p:nvPr/>
        </p:nvSpPr>
        <p:spPr>
          <a:xfrm>
            <a:off x="831851" y="1709742"/>
            <a:ext cx="10515600" cy="2852737"/>
          </a:xfrm>
          <a:prstGeom prst="rect">
            <a:avLst/>
          </a:prstGeom>
        </p:spPr>
        <p:txBody>
          <a:bodyPr vert="horz" lIns="91440" tIns="45720" rIns="91440" bIns="45720" rtlCol="0" anchor="b">
            <a:normAutofit/>
          </a:bodyPr>
          <a:lstStyle>
            <a:lvl1pPr algn="l" defTabSz="685783" rtl="0" eaLnBrk="1" latinLnBrk="0" hangingPunct="1">
              <a:lnSpc>
                <a:spcPct val="90000"/>
              </a:lnSpc>
              <a:spcBef>
                <a:spcPct val="0"/>
              </a:spcBef>
              <a:buNone/>
              <a:defRPr sz="6000" b="1" kern="1200">
                <a:solidFill>
                  <a:schemeClr val="bg1"/>
                </a:solidFill>
                <a:effectLst>
                  <a:outerShdw blurRad="38100" dist="38100" dir="2700000" algn="tl">
                    <a:srgbClr val="000000">
                      <a:alpha val="43137"/>
                    </a:srgbClr>
                  </a:outerShdw>
                </a:effectLst>
                <a:latin typeface="+mj-lt"/>
                <a:ea typeface="+mj-ea"/>
                <a:cs typeface="+mj-cs"/>
              </a:defRPr>
            </a:lvl1pPr>
          </a:lstStyle>
          <a:p>
            <a:pPr lvl="0">
              <a:defRPr/>
            </a:pPr>
            <a:r>
              <a:rPr lang="en-US" dirty="0">
                <a:latin typeface="Roboto" panose="02000000000000000000" pitchFamily="2" charset="0"/>
                <a:ea typeface="Roboto" panose="02000000000000000000" pitchFamily="2" charset="0"/>
                <a:cs typeface="Roboto" panose="02000000000000000000" pitchFamily="2" charset="0"/>
              </a:rPr>
              <a:t>Exercise 3</a:t>
            </a:r>
            <a:endParaRPr kumimoji="0" lang="pl-PL" sz="6000" b="1" i="0" u="none" strike="noStrike" kern="1200" cap="none" spc="0" normalizeH="0" baseline="0" noProof="0" dirty="0">
              <a:ln>
                <a:noFill/>
              </a:ln>
              <a:solidFill>
                <a:sysClr val="window" lastClr="FFFFFF"/>
              </a:solidFill>
              <a:effectLst>
                <a:outerShdw blurRad="38100" dist="38100" dir="2700000" algn="tl">
                  <a:srgbClr val="000000">
                    <a:alpha val="43137"/>
                  </a:srgbClr>
                </a:outerShdw>
              </a:effectLst>
              <a:uLnTx/>
              <a:uFillTx/>
              <a:latin typeface="Roboto" panose="02000000000000000000" pitchFamily="2" charset="0"/>
              <a:ea typeface="Roboto" panose="02000000000000000000" pitchFamily="2" charset="0"/>
              <a:cs typeface="Roboto" panose="02000000000000000000" pitchFamily="2" charset="0"/>
            </a:endParaRPr>
          </a:p>
        </p:txBody>
      </p:sp>
    </p:spTree>
    <p:extLst>
      <p:ext uri="{BB962C8B-B14F-4D97-AF65-F5344CB8AC3E}">
        <p14:creationId xmlns:p14="http://schemas.microsoft.com/office/powerpoint/2010/main" val="29173628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8" name="Content Placeholder 2">
            <a:extLst>
              <a:ext uri="{FF2B5EF4-FFF2-40B4-BE49-F238E27FC236}">
                <a16:creationId xmlns:a16="http://schemas.microsoft.com/office/drawing/2014/main" id="{DE752360-085F-4378-A6F5-3DAC900A0AE3}"/>
              </a:ext>
            </a:extLst>
          </p:cNvPr>
          <p:cNvSpPr>
            <a:spLocks noGrp="1"/>
          </p:cNvSpPr>
          <p:nvPr>
            <p:ph idx="1"/>
          </p:nvPr>
        </p:nvSpPr>
        <p:spPr>
          <a:xfrm>
            <a:off x="838199" y="24791"/>
            <a:ext cx="10515600" cy="1871487"/>
          </a:xfrm>
        </p:spPr>
        <p:txBody>
          <a:bodyPr>
            <a:normAutofit/>
          </a:bodyPr>
          <a:lstStyle/>
          <a:p>
            <a:pPr marL="0" indent="0">
              <a:spcBef>
                <a:spcPts val="3000"/>
              </a:spcBef>
              <a:buNone/>
            </a:pPr>
            <a:r>
              <a:rPr lang="en-US" sz="1800" b="0" i="0" dirty="0">
                <a:solidFill>
                  <a:srgbClr val="000000"/>
                </a:solidFill>
                <a:effectLst/>
                <a:latin typeface="AvenirLTStd-Book"/>
              </a:rPr>
              <a:t>Open file Exercise 3. </a:t>
            </a:r>
            <a:r>
              <a:rPr lang="en-US" sz="1800" dirty="0">
                <a:solidFill>
                  <a:srgbClr val="000000"/>
                </a:solidFill>
                <a:latin typeface="AvenirLTStd-Book"/>
                <a:sym typeface="Wingdings" panose="05000000000000000000" pitchFamily="2" charset="2"/>
              </a:rPr>
              <a:t>Try to declutter the graph to make it more transparent. </a:t>
            </a:r>
          </a:p>
          <a:p>
            <a:pPr marL="0" indent="0">
              <a:spcBef>
                <a:spcPts val="3000"/>
              </a:spcBef>
              <a:buNone/>
            </a:pPr>
            <a:r>
              <a:rPr lang="en-US" sz="1800" b="0" i="0" dirty="0">
                <a:solidFill>
                  <a:srgbClr val="000000"/>
                </a:solidFill>
                <a:effectLst/>
                <a:latin typeface="AvenirLTStd-Book"/>
              </a:rPr>
              <a:t>What other changes would you make to what is shown or how it’s shown to reduce cognitive burden?</a:t>
            </a:r>
            <a:r>
              <a:rPr lang="en-US" sz="1200" dirty="0"/>
              <a:t>  </a:t>
            </a:r>
            <a:r>
              <a:rPr lang="en-US" sz="1800" dirty="0">
                <a:solidFill>
                  <a:srgbClr val="000000"/>
                </a:solidFill>
                <a:latin typeface="AvenirLTStd-Book"/>
                <a:sym typeface="Wingdings" panose="05000000000000000000" pitchFamily="2" charset="2"/>
              </a:rPr>
              <a:t>Assume that  that your goal to Close a Deal is 90 days. How would you highlight the months in which you missed the goal? </a:t>
            </a:r>
            <a:endParaRPr lang="en-US" sz="1800" b="0" i="0" dirty="0">
              <a:solidFill>
                <a:srgbClr val="000000"/>
              </a:solidFill>
              <a:effectLst/>
              <a:latin typeface="AvenirLTStd-Book"/>
            </a:endParaRPr>
          </a:p>
        </p:txBody>
      </p:sp>
      <p:pic>
        <p:nvPicPr>
          <p:cNvPr id="17" name="Picture 16">
            <a:extLst>
              <a:ext uri="{FF2B5EF4-FFF2-40B4-BE49-F238E27FC236}">
                <a16:creationId xmlns:a16="http://schemas.microsoft.com/office/drawing/2014/main" id="{65E976A1-868E-4EB9-8419-3F9C3A044A71}"/>
              </a:ext>
            </a:extLst>
          </p:cNvPr>
          <p:cNvPicPr>
            <a:picLocks noChangeAspect="1"/>
          </p:cNvPicPr>
          <p:nvPr/>
        </p:nvPicPr>
        <p:blipFill>
          <a:blip r:embed="rId4"/>
          <a:stretch>
            <a:fillRect/>
          </a:stretch>
        </p:blipFill>
        <p:spPr>
          <a:xfrm>
            <a:off x="2509208" y="1671250"/>
            <a:ext cx="7186283" cy="4419983"/>
          </a:xfrm>
          <a:prstGeom prst="rect">
            <a:avLst/>
          </a:prstGeom>
        </p:spPr>
      </p:pic>
      <p:sp>
        <p:nvSpPr>
          <p:cNvPr id="18" name="TextBox 17">
            <a:extLst>
              <a:ext uri="{FF2B5EF4-FFF2-40B4-BE49-F238E27FC236}">
                <a16:creationId xmlns:a16="http://schemas.microsoft.com/office/drawing/2014/main" id="{F7434286-01FB-48E5-B33D-AD11A8189961}"/>
              </a:ext>
            </a:extLst>
          </p:cNvPr>
          <p:cNvSpPr txBox="1"/>
          <p:nvPr/>
        </p:nvSpPr>
        <p:spPr>
          <a:xfrm>
            <a:off x="6334091" y="6654605"/>
            <a:ext cx="6111764" cy="253916"/>
          </a:xfrm>
          <a:prstGeom prst="rect">
            <a:avLst/>
          </a:prstGeom>
          <a:noFill/>
        </p:spPr>
        <p:txBody>
          <a:bodyPr wrap="square">
            <a:spAutoFit/>
          </a:bodyPr>
          <a:lstStyle/>
          <a:p>
            <a:r>
              <a:rPr lang="en-US" sz="1050" dirty="0" err="1"/>
              <a:t>Knaflic</a:t>
            </a:r>
            <a:r>
              <a:rPr lang="en-US" sz="1050" dirty="0"/>
              <a:t>, Cole. </a:t>
            </a:r>
            <a:r>
              <a:rPr lang="en-US" sz="1050" i="1" dirty="0"/>
              <a:t>Storytelling With Data: A Data Visualization Guide for Business Professionals</a:t>
            </a:r>
            <a:r>
              <a:rPr lang="en-US" sz="1050" dirty="0"/>
              <a:t>, Wiley, © 2015.</a:t>
            </a:r>
          </a:p>
        </p:txBody>
      </p:sp>
    </p:spTree>
    <p:extLst>
      <p:ext uri="{BB962C8B-B14F-4D97-AF65-F5344CB8AC3E}">
        <p14:creationId xmlns:p14="http://schemas.microsoft.com/office/powerpoint/2010/main" val="13125894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8" name="Picture 7" descr="A picture containing star, light&#10;&#10;Description automatically generated">
            <a:extLst>
              <a:ext uri="{FF2B5EF4-FFF2-40B4-BE49-F238E27FC236}">
                <a16:creationId xmlns:a16="http://schemas.microsoft.com/office/drawing/2014/main" id="{008EFFEF-02DB-4869-8FCD-2402D2F673E5}"/>
              </a:ext>
            </a:extLst>
          </p:cNvPr>
          <p:cNvPicPr>
            <a:picLocks noChangeAspect="1"/>
          </p:cNvPicPr>
          <p:nvPr/>
        </p:nvPicPr>
        <p:blipFill>
          <a:blip r:embed="rId4">
            <a:duotone>
              <a:schemeClr val="bg2">
                <a:shade val="45000"/>
                <a:satMod val="135000"/>
              </a:schemeClr>
              <a:prstClr val="white"/>
            </a:duotone>
            <a:extLst>
              <a:ext uri="{BEBA8EAE-BF5A-486C-A8C5-ECC9F3942E4B}">
                <a14:imgProps xmlns:a14="http://schemas.microsoft.com/office/drawing/2010/main">
                  <a14:imgLayer r:embed="rId5">
                    <a14:imgEffect>
                      <a14:brightnessContrast bright="40000" contrast="-20000"/>
                    </a14:imgEffect>
                  </a14:imgLayer>
                </a14:imgProps>
              </a:ext>
              <a:ext uri="{28A0092B-C50C-407E-A947-70E740481C1C}">
                <a14:useLocalDpi xmlns:a14="http://schemas.microsoft.com/office/drawing/2010/main" val="0"/>
              </a:ext>
            </a:extLst>
          </a:blip>
          <a:stretch>
            <a:fillRect/>
          </a:stretch>
        </p:blipFill>
        <p:spPr>
          <a:xfrm>
            <a:off x="0" y="-1112857"/>
            <a:ext cx="12191999" cy="7303698"/>
          </a:xfrm>
          <a:prstGeom prst="rect">
            <a:avLst/>
          </a:prstGeom>
        </p:spPr>
      </p:pic>
      <p:sp>
        <p:nvSpPr>
          <p:cNvPr id="4" name="Rectangle 3">
            <a:extLst>
              <a:ext uri="{FF2B5EF4-FFF2-40B4-BE49-F238E27FC236}">
                <a16:creationId xmlns:a16="http://schemas.microsoft.com/office/drawing/2014/main" id="{C0AF0531-642B-4FF2-87F3-A3194EAD95F4}"/>
              </a:ext>
            </a:extLst>
          </p:cNvPr>
          <p:cNvSpPr/>
          <p:nvPr/>
        </p:nvSpPr>
        <p:spPr>
          <a:xfrm>
            <a:off x="355600" y="5969000"/>
            <a:ext cx="3691467" cy="7281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EEEAC1D3-D8AF-46BF-ACBE-7973AFD929EC}"/>
              </a:ext>
            </a:extLst>
          </p:cNvPr>
          <p:cNvSpPr/>
          <p:nvPr/>
        </p:nvSpPr>
        <p:spPr>
          <a:xfrm>
            <a:off x="0" y="1871133"/>
            <a:ext cx="12201569" cy="4315632"/>
          </a:xfrm>
          <a:prstGeom prst="rect">
            <a:avLst/>
          </a:prstGeom>
          <a:solidFill>
            <a:srgbClr val="340E1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A close up of a sign&#10;&#10;Description automatically generated">
            <a:extLst>
              <a:ext uri="{FF2B5EF4-FFF2-40B4-BE49-F238E27FC236}">
                <a16:creationId xmlns:a16="http://schemas.microsoft.com/office/drawing/2014/main" id="{99425A7A-2D2B-45BE-BCCE-7F5571BD287F}"/>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68835" y="6225566"/>
            <a:ext cx="2821125" cy="562503"/>
          </a:xfrm>
          <a:prstGeom prst="rect">
            <a:avLst/>
          </a:prstGeom>
        </p:spPr>
      </p:pic>
      <p:sp>
        <p:nvSpPr>
          <p:cNvPr id="9" name="Title 3">
            <a:extLst>
              <a:ext uri="{FF2B5EF4-FFF2-40B4-BE49-F238E27FC236}">
                <a16:creationId xmlns:a16="http://schemas.microsoft.com/office/drawing/2014/main" id="{CB66BB81-4A97-45E8-9BED-6AE071964A45}"/>
              </a:ext>
            </a:extLst>
          </p:cNvPr>
          <p:cNvSpPr txBox="1">
            <a:spLocks/>
          </p:cNvSpPr>
          <p:nvPr/>
        </p:nvSpPr>
        <p:spPr>
          <a:xfrm>
            <a:off x="831851" y="1709742"/>
            <a:ext cx="10515600" cy="2852737"/>
          </a:xfrm>
          <a:prstGeom prst="rect">
            <a:avLst/>
          </a:prstGeom>
        </p:spPr>
        <p:txBody>
          <a:bodyPr vert="horz" lIns="91440" tIns="45720" rIns="91440" bIns="45720" rtlCol="0" anchor="b">
            <a:normAutofit/>
          </a:bodyPr>
          <a:lstStyle>
            <a:lvl1pPr algn="l" defTabSz="685783" rtl="0" eaLnBrk="1" latinLnBrk="0" hangingPunct="1">
              <a:lnSpc>
                <a:spcPct val="90000"/>
              </a:lnSpc>
              <a:spcBef>
                <a:spcPct val="0"/>
              </a:spcBef>
              <a:buNone/>
              <a:defRPr sz="6000" b="1" kern="1200">
                <a:solidFill>
                  <a:schemeClr val="bg1"/>
                </a:solidFill>
                <a:effectLst>
                  <a:outerShdw blurRad="38100" dist="38100" dir="2700000" algn="tl">
                    <a:srgbClr val="000000">
                      <a:alpha val="43137"/>
                    </a:srgbClr>
                  </a:outerShdw>
                </a:effectLst>
                <a:latin typeface="+mj-lt"/>
                <a:ea typeface="+mj-ea"/>
                <a:cs typeface="+mj-cs"/>
              </a:defRPr>
            </a:lvl1pPr>
          </a:lstStyle>
          <a:p>
            <a:pPr lvl="0">
              <a:defRPr/>
            </a:pPr>
            <a:r>
              <a:rPr lang="en-US" dirty="0">
                <a:latin typeface="Roboto" panose="02000000000000000000" pitchFamily="2" charset="0"/>
                <a:ea typeface="Roboto" panose="02000000000000000000" pitchFamily="2" charset="0"/>
                <a:cs typeface="Roboto" panose="02000000000000000000" pitchFamily="2" charset="0"/>
              </a:rPr>
              <a:t>Exercise 4</a:t>
            </a:r>
            <a:endParaRPr kumimoji="0" lang="pl-PL" sz="6000" b="1" i="0" u="none" strike="noStrike" kern="1200" cap="none" spc="0" normalizeH="0" baseline="0" noProof="0" dirty="0">
              <a:ln>
                <a:noFill/>
              </a:ln>
              <a:solidFill>
                <a:sysClr val="window" lastClr="FFFFFF"/>
              </a:solidFill>
              <a:effectLst>
                <a:outerShdw blurRad="38100" dist="38100" dir="2700000" algn="tl">
                  <a:srgbClr val="000000">
                    <a:alpha val="43137"/>
                  </a:srgbClr>
                </a:outerShdw>
              </a:effectLst>
              <a:uLnTx/>
              <a:uFillTx/>
              <a:latin typeface="Roboto" panose="02000000000000000000" pitchFamily="2" charset="0"/>
              <a:ea typeface="Roboto" panose="02000000000000000000" pitchFamily="2" charset="0"/>
              <a:cs typeface="Roboto" panose="02000000000000000000" pitchFamily="2" charset="0"/>
            </a:endParaRPr>
          </a:p>
        </p:txBody>
      </p:sp>
    </p:spTree>
    <p:extLst>
      <p:ext uri="{BB962C8B-B14F-4D97-AF65-F5344CB8AC3E}">
        <p14:creationId xmlns:p14="http://schemas.microsoft.com/office/powerpoint/2010/main" val="15183794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8" name="Content Placeholder 2">
            <a:extLst>
              <a:ext uri="{FF2B5EF4-FFF2-40B4-BE49-F238E27FC236}">
                <a16:creationId xmlns:a16="http://schemas.microsoft.com/office/drawing/2014/main" id="{DE752360-085F-4378-A6F5-3DAC900A0AE3}"/>
              </a:ext>
            </a:extLst>
          </p:cNvPr>
          <p:cNvSpPr>
            <a:spLocks noGrp="1"/>
          </p:cNvSpPr>
          <p:nvPr>
            <p:ph idx="1"/>
          </p:nvPr>
        </p:nvSpPr>
        <p:spPr>
          <a:xfrm>
            <a:off x="838199" y="24791"/>
            <a:ext cx="10515600" cy="1871487"/>
          </a:xfrm>
        </p:spPr>
        <p:txBody>
          <a:bodyPr>
            <a:normAutofit/>
          </a:bodyPr>
          <a:lstStyle/>
          <a:p>
            <a:pPr marL="0" indent="0">
              <a:spcBef>
                <a:spcPts val="3000"/>
              </a:spcBef>
              <a:buNone/>
            </a:pPr>
            <a:r>
              <a:rPr lang="en-US" sz="1800" b="0" i="0" dirty="0">
                <a:solidFill>
                  <a:srgbClr val="000000"/>
                </a:solidFill>
                <a:effectLst/>
                <a:latin typeface="AvenirLTStd-Book"/>
              </a:rPr>
              <a:t>Open file Exercise 4. </a:t>
            </a:r>
            <a:r>
              <a:rPr lang="en-US" sz="1800" dirty="0">
                <a:solidFill>
                  <a:srgbClr val="000000"/>
                </a:solidFill>
                <a:latin typeface="AvenirLTStd-Book"/>
                <a:sym typeface="Wingdings" panose="05000000000000000000" pitchFamily="2" charset="2"/>
              </a:rPr>
              <a:t>Think like a designer and try to redesign the graph to make it look better. </a:t>
            </a:r>
          </a:p>
        </p:txBody>
      </p:sp>
      <p:sp>
        <p:nvSpPr>
          <p:cNvPr id="18" name="TextBox 17">
            <a:extLst>
              <a:ext uri="{FF2B5EF4-FFF2-40B4-BE49-F238E27FC236}">
                <a16:creationId xmlns:a16="http://schemas.microsoft.com/office/drawing/2014/main" id="{F7434286-01FB-48E5-B33D-AD11A8189961}"/>
              </a:ext>
            </a:extLst>
          </p:cNvPr>
          <p:cNvSpPr txBox="1"/>
          <p:nvPr/>
        </p:nvSpPr>
        <p:spPr>
          <a:xfrm>
            <a:off x="6334091" y="6654605"/>
            <a:ext cx="6111764" cy="253916"/>
          </a:xfrm>
          <a:prstGeom prst="rect">
            <a:avLst/>
          </a:prstGeom>
          <a:noFill/>
        </p:spPr>
        <p:txBody>
          <a:bodyPr wrap="square">
            <a:spAutoFit/>
          </a:bodyPr>
          <a:lstStyle/>
          <a:p>
            <a:r>
              <a:rPr lang="en-US" sz="1050" dirty="0" err="1"/>
              <a:t>Knaflic</a:t>
            </a:r>
            <a:r>
              <a:rPr lang="en-US" sz="1050" dirty="0"/>
              <a:t>, Cole. </a:t>
            </a:r>
            <a:r>
              <a:rPr lang="en-US" sz="1050" i="1" dirty="0"/>
              <a:t>Storytelling With Data: A Data Visualization Guide for Business Professionals</a:t>
            </a:r>
            <a:r>
              <a:rPr lang="en-US" sz="1050" dirty="0"/>
              <a:t>, Wiley, © 2015.</a:t>
            </a:r>
          </a:p>
        </p:txBody>
      </p:sp>
      <p:pic>
        <p:nvPicPr>
          <p:cNvPr id="3" name="Picture 2">
            <a:extLst>
              <a:ext uri="{FF2B5EF4-FFF2-40B4-BE49-F238E27FC236}">
                <a16:creationId xmlns:a16="http://schemas.microsoft.com/office/drawing/2014/main" id="{E15C78ED-3847-44D9-B148-B590C7925A87}"/>
              </a:ext>
            </a:extLst>
          </p:cNvPr>
          <p:cNvPicPr>
            <a:picLocks noChangeAspect="1"/>
          </p:cNvPicPr>
          <p:nvPr/>
        </p:nvPicPr>
        <p:blipFill>
          <a:blip r:embed="rId4"/>
          <a:stretch>
            <a:fillRect/>
          </a:stretch>
        </p:blipFill>
        <p:spPr>
          <a:xfrm>
            <a:off x="2986770" y="1302836"/>
            <a:ext cx="6218459" cy="4252328"/>
          </a:xfrm>
          <a:prstGeom prst="rect">
            <a:avLst/>
          </a:prstGeom>
        </p:spPr>
      </p:pic>
    </p:spTree>
    <p:extLst>
      <p:ext uri="{BB962C8B-B14F-4D97-AF65-F5344CB8AC3E}">
        <p14:creationId xmlns:p14="http://schemas.microsoft.com/office/powerpoint/2010/main" val="1780604792"/>
      </p:ext>
    </p:extLst>
  </p:cSld>
  <p:clrMapOvr>
    <a:masterClrMapping/>
  </p:clrMapOvr>
</p:sld>
</file>

<file path=ppt/theme/theme1.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213</TotalTime>
  <Words>755</Words>
  <Application>Microsoft Office PowerPoint</Application>
  <PresentationFormat>Widescreen</PresentationFormat>
  <Paragraphs>59</Paragraphs>
  <Slides>12</Slides>
  <Notes>12</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1</vt:i4>
      </vt:variant>
      <vt:variant>
        <vt:lpstr>Slide Titles</vt:lpstr>
      </vt:variant>
      <vt:variant>
        <vt:i4>12</vt:i4>
      </vt:variant>
    </vt:vector>
  </HeadingPairs>
  <TitlesOfParts>
    <vt:vector size="22" baseType="lpstr">
      <vt:lpstr>Agency FB</vt:lpstr>
      <vt:lpstr>Arial</vt:lpstr>
      <vt:lpstr>AvenirLTStd-Book</vt:lpstr>
      <vt:lpstr>AvenirLTStd-Light</vt:lpstr>
      <vt:lpstr>AvenirLTStd-Medium</vt:lpstr>
      <vt:lpstr>Calibri</vt:lpstr>
      <vt:lpstr>Calibri Light</vt:lpstr>
      <vt:lpstr>Roboto</vt:lpstr>
      <vt:lpstr>Tema di Office</vt:lpstr>
      <vt:lpstr>Worksheet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Marcin Bartosiak</dc:creator>
  <cp:lastModifiedBy>Marcin Bartosiak</cp:lastModifiedBy>
  <cp:revision>28</cp:revision>
  <dcterms:created xsi:type="dcterms:W3CDTF">2020-11-21T23:24:02Z</dcterms:created>
  <dcterms:modified xsi:type="dcterms:W3CDTF">2021-11-05T08:11:58Z</dcterms:modified>
</cp:coreProperties>
</file>